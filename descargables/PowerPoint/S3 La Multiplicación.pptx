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si tengo 4 cajas y en cada una hay 3 manzanas, ¿cuántas manzanas hay? ¿Cómo lo calcularías rápido?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1 de Matemáticas: comprender la multiplicación como suma repetida.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Multiplicar es sumar el mismo número varias veces.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Tablas del 2 y del 3. Léanlas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Tablas del 4 y del 5. Léanlas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Truco visual: las filas y columnas (arreglos).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2×5=10, 3×4=12, 4×3=12, 5×6=30. Suma repetida: 5+5+5=15=3×5. Problema: 4×5=20 ruedas.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es multiplicar? Pide que digan 3×4 como suma repetida.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6" name="Shape 4"/>
          <p:cNvSpPr/>
          <p:nvPr/>
        </p:nvSpPr>
        <p:spPr>
          <a:xfrm>
            <a:off x="6631781" y="2962275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4358" y="3114675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95656" y="311467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55971" y="311467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290789" y="4000500"/>
            <a:ext cx="970642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759"/>
              </a:lnSpc>
              <a:buNone/>
            </a:pPr>
            <a:r>
              <a:rPr lang="en-US" sz="9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Multiplicación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5065804" y="5486400"/>
            <a:ext cx="815624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suma rápida · Tablas del 2, 3, 4 y 5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381750" y="637222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5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343650" y="637222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7524750" y="637222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86650" y="637222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×</a:t>
            </a:r>
            <a:endParaRPr lang="en-US" sz="4500" dirty="0"/>
          </a:p>
        </p:txBody>
      </p:sp>
      <p:sp>
        <p:nvSpPr>
          <p:cNvPr id="16" name="Shape 14"/>
          <p:cNvSpPr/>
          <p:nvPr/>
        </p:nvSpPr>
        <p:spPr>
          <a:xfrm>
            <a:off x="8667750" y="637222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982C4"/>
          </a:solidFill>
          <a:ln/>
        </p:spPr>
      </p:sp>
      <p:sp>
        <p:nvSpPr>
          <p:cNvPr id="17" name="Text 15"/>
          <p:cNvSpPr/>
          <p:nvPr/>
        </p:nvSpPr>
        <p:spPr>
          <a:xfrm>
            <a:off x="8629650" y="637222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9810750" y="637222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772650" y="637222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=</a:t>
            </a:r>
            <a:endParaRPr lang="en-US" sz="4500" dirty="0"/>
          </a:p>
        </p:txBody>
      </p:sp>
      <p:sp>
        <p:nvSpPr>
          <p:cNvPr id="20" name="Shape 18"/>
          <p:cNvSpPr/>
          <p:nvPr/>
        </p:nvSpPr>
        <p:spPr>
          <a:xfrm>
            <a:off x="10953750" y="637222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8AC9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15650" y="637222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92290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que multiplicar es una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 repetida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55342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Leer el signo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×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«veces».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64714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 las tablas del </a:t>
            </a:r>
            <a:pPr algn="l" indent="0" marL="0">
              <a:buNone/>
            </a:pPr>
            <a:r>
              <a:rPr lang="en-US" sz="28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2, 3, 4 y 5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Multiplicar es sumar rápido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8860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Multiplicar 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sumar el mismo número varias veces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El signo × se lee «veces».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924300"/>
            <a:ext cx="2472482" cy="742950"/>
          </a:xfrm>
          <a:prstGeom prst="roundRect">
            <a:avLst>
              <a:gd name="adj" fmla="val 25641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076700"/>
            <a:ext cx="197718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+ 3 + 3 + 3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3653582" y="4067175"/>
            <a:ext cx="29957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 lo mismo que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605588" y="3924300"/>
            <a:ext cx="2008882" cy="742950"/>
          </a:xfrm>
          <a:prstGeom prst="roundRect">
            <a:avLst>
              <a:gd name="adj" fmla="val 25641"/>
            </a:avLst>
          </a:prstGeom>
          <a:solidFill>
            <a:srgbClr val="8AC926"/>
          </a:solidFill>
          <a:ln/>
        </p:spPr>
      </p:sp>
      <p:sp>
        <p:nvSpPr>
          <p:cNvPr id="11" name="Text 9"/>
          <p:cNvSpPr/>
          <p:nvPr/>
        </p:nvSpPr>
        <p:spPr>
          <a:xfrm>
            <a:off x="6891338" y="4076700"/>
            <a:ext cx="151358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3 = 12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2500" y="501015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lee: «4 veces 3 es igual a 12».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430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Tablas del 2 y del 3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7572375" cy="2609850"/>
          </a:xfrm>
          <a:prstGeom prst="roundRect">
            <a:avLst>
              <a:gd name="adj" fmla="val 8759"/>
            </a:avLst>
          </a:prstGeom>
          <a:solidFill>
            <a:srgbClr val="E3F0FA"/>
          </a:solidFill>
          <a:ln/>
        </p:spPr>
      </p:sp>
      <p:sp>
        <p:nvSpPr>
          <p:cNvPr id="6" name="Text 4"/>
          <p:cNvSpPr/>
          <p:nvPr/>
        </p:nvSpPr>
        <p:spPr>
          <a:xfrm>
            <a:off x="888206" y="2647950"/>
            <a:ext cx="77009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Tabla del 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38250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1 = 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833938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6 = 12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8250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2 = 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833938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7 = 14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38250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3 = 6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33938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8 = 16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8250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4 = 8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833938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9 = 18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8250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5 = 10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833938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10 = 20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810625" y="2438400"/>
            <a:ext cx="7572375" cy="2609850"/>
          </a:xfrm>
          <a:prstGeom prst="roundRect">
            <a:avLst>
              <a:gd name="adj" fmla="val 8759"/>
            </a:avLst>
          </a:prstGeom>
          <a:solidFill>
            <a:srgbClr val="FDE3E4"/>
          </a:solidFill>
          <a:ln/>
        </p:spPr>
      </p:sp>
      <p:sp>
        <p:nvSpPr>
          <p:cNvPr id="18" name="Text 16"/>
          <p:cNvSpPr/>
          <p:nvPr/>
        </p:nvSpPr>
        <p:spPr>
          <a:xfrm>
            <a:off x="8746331" y="2647950"/>
            <a:ext cx="77009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Tabla del 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096375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1 = 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692063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6 = 18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096375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2 = 6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692063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7 = 21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096375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3 = 9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692063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8 = 24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096375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4 = 12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692063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9 = 27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096375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5 = 15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692063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10 = 30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430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Tablas del 4 y del 5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7572375" cy="2609850"/>
          </a:xfrm>
          <a:prstGeom prst="roundRect">
            <a:avLst>
              <a:gd name="adj" fmla="val 8759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888206" y="2647950"/>
            <a:ext cx="77009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Tabla del 4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38250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1 = 4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833938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6 = 24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8250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2 = 8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833938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7 = 28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38250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3 = 12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33938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8 = 32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8250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4 = 16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833938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9 = 36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8250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5 = 20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833938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10 = 40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810625" y="2438400"/>
            <a:ext cx="7572375" cy="2609850"/>
          </a:xfrm>
          <a:prstGeom prst="roundRect">
            <a:avLst>
              <a:gd name="adj" fmla="val 8759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746331" y="2647950"/>
            <a:ext cx="77009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Tabla del 5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096375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1 = 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692063" y="31337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6 = 30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096375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2 = 10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692063" y="348615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7 = 35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096375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3 = 15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692063" y="383857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8 = 40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096375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4 = 20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692063" y="4191000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9 = 45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096375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5 = 25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692063" y="4543425"/>
            <a:ext cx="3745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10 = 50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7282607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9295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Y DIBUJA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Dibujo grupos para multiplicar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26479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642318" y="26479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332137" y="26479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021955" y="26479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3362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42318" y="3362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332137" y="3362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021955" y="3362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52500" y="4076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642318" y="4076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2332137" y="4076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3021955" y="4076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🍎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073723" y="3071813"/>
            <a:ext cx="22631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filas de 4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073723" y="3652838"/>
            <a:ext cx="226314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4 = 12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52500" y="498157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Dibujar grupos iguales me ayuda a ver la multiplicación.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704975"/>
          </a:xfrm>
          <a:prstGeom prst="roundRect">
            <a:avLst>
              <a:gd name="adj" fmla="val 156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Multiplica: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1534418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19250" y="3609975"/>
            <a:ext cx="11153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× 5 =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058418" y="3514725"/>
            <a:ext cx="1550789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3306068" y="3609975"/>
            <a:ext cx="113168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× 4 =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761607" y="3514725"/>
            <a:ext cx="1550789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5009257" y="3609975"/>
            <a:ext cx="113168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× 3 =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64796" y="3514725"/>
            <a:ext cx="1514921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6712446" y="3609975"/>
            <a:ext cx="1095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× 6 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52500" y="475297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98157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Convierte en multiplicación: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+ 5 + 5 = ____ × ____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5924550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1982C4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61531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3. Problema: hay 4 carros y cada uno tiene 5 ruedas. ¿Cuántas ruedas hay?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multiplicar? Di 3 × 4 como una suma.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6459289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589106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multiplicaste como un campeón!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2026-08-02T00:16:04Z</dcterms:created>
  <dcterms:modified xsi:type="dcterms:W3CDTF">2026-08-02T00:16:04Z</dcterms:modified>
</cp:coreProperties>
</file>