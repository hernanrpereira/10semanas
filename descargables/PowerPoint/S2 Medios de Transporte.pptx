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¿cómo viajaban las personas antes de que existieran los carros y los aviones?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DBA 4 de Ciencias Sociales: reconocer cambios en su entorno a lo largo del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es un medio de transporte.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3 tipos según el lugar por donde van.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 pasado al presente: la línea del tiempo.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qué usamos el transporte.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Respuestas: carro-terrestre, barco-acuático, avión-aéreo, bicicleta-terrestre, lancha-acuático, helicóptero-aéreo. Corrección colectiva.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nombra los 3 tipos de transporte y di cómo cambiaron con el tiempo.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1500" y="-1143000"/>
            <a:ext cx="3619500" cy="36195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7620000"/>
            <a:ext cx="4000500" cy="40005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4" name="Shape 2"/>
          <p:cNvSpPr/>
          <p:nvPr/>
        </p:nvSpPr>
        <p:spPr>
          <a:xfrm rot="-900000">
            <a:off x="1905000" y="1333500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1982C4"/>
          </a:solidFill>
          <a:ln/>
        </p:spPr>
      </p:sp>
      <p:sp>
        <p:nvSpPr>
          <p:cNvPr id="5" name="Shape 3"/>
          <p:cNvSpPr/>
          <p:nvPr/>
        </p:nvSpPr>
        <p:spPr>
          <a:xfrm>
            <a:off x="15335250" y="7715250"/>
            <a:ext cx="857250" cy="85725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6" name="Shape 4"/>
          <p:cNvSpPr/>
          <p:nvPr/>
        </p:nvSpPr>
        <p:spPr>
          <a:xfrm>
            <a:off x="6088559" y="2290763"/>
            <a:ext cx="6110734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46820" y="2443163"/>
            <a:ext cx="353844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ln w="9525">
                  <a:solidFill>
                    <a:srgbClr val="C89B1C"/>
                  </a:solidFill>
                </a:ln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CIENCIAS SOCIALES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838730" y="2443163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099045" y="2443163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740743" y="3328988"/>
            <a:ext cx="6806514" cy="2238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842"/>
              </a:lnSpc>
              <a:buNone/>
            </a:pPr>
            <a:r>
              <a:rPr lang="en-US" sz="82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Los Medios de Transporte</a:t>
            </a:r>
            <a:endParaRPr lang="en-US" sz="8250" dirty="0"/>
          </a:p>
        </p:txBody>
      </p:sp>
      <p:sp>
        <p:nvSpPr>
          <p:cNvPr id="11" name="Text 9"/>
          <p:cNvSpPr/>
          <p:nvPr/>
        </p:nvSpPr>
        <p:spPr>
          <a:xfrm>
            <a:off x="4601520" y="5872163"/>
            <a:ext cx="908481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Cómo han cambiado a través del tiempo ⏳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032004" y="6786563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2504" y="6900863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🐎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640389" y="6786563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30889" y="6900863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🚲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248775" y="6786563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39275" y="6900863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🚗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857161" y="6786563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047661" y="6900863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✈️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1056983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Clasificar los transportes: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terrestres, acuáticos y aéreos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1071815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Descubrir cómo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cambiaron con el tiempo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: de antes a hoy.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889507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Valorar cómo el transporte nos ayuda cada día.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sociales, lápiz y colores.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es un medio de transporte?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15106650" cy="819150"/>
          </a:xfrm>
          <a:prstGeom prst="roundRect">
            <a:avLst>
              <a:gd name="adj" fmla="val 23256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62275"/>
            <a:ext cx="157162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medio de transporte sirve para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llevar personas y cosas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un lugar a otro.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038600"/>
            <a:ext cx="15049500" cy="1438275"/>
          </a:xfrm>
          <a:prstGeom prst="roundRect">
            <a:avLst>
              <a:gd name="adj" fmla="val 15894"/>
            </a:avLst>
          </a:prstGeom>
          <a:solidFill>
            <a:srgbClr val="FFF3D6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305300"/>
            <a:ext cx="14716125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Antes se usaban </a:t>
            </a:r>
            <a:pPr algn="l" indent="0" marL="0">
              <a:buNone/>
            </a:pPr>
            <a:r>
              <a:rPr lang="en-US" sz="2550" b="1" dirty="0">
                <a:solidFill>
                  <a:srgbClr val="C89B1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animales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(caballos, burros); hoy usamos máquinas como carros y aviones. 🚗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954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Tres tipos de transporte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686050"/>
            <a:ext cx="4940201" cy="2057400"/>
          </a:xfrm>
          <a:prstGeom prst="roundRect">
            <a:avLst>
              <a:gd name="adj" fmla="val 11111"/>
            </a:avLst>
          </a:prstGeom>
          <a:solidFill>
            <a:srgbClr val="E9F5D8"/>
          </a:solidFill>
          <a:ln/>
        </p:spPr>
      </p:sp>
      <p:sp>
        <p:nvSpPr>
          <p:cNvPr id="6" name="Text 4"/>
          <p:cNvSpPr/>
          <p:nvPr/>
        </p:nvSpPr>
        <p:spPr>
          <a:xfrm>
            <a:off x="915040" y="2933700"/>
            <a:ext cx="501512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FA31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🛣️ TERRESTRE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5040" y="3409950"/>
            <a:ext cx="50151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van por la tierra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5040" y="3790950"/>
            <a:ext cx="501512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🚗 🚲 🚌 🚂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6102251" y="2686050"/>
            <a:ext cx="4940350" cy="2057400"/>
          </a:xfrm>
          <a:prstGeom prst="roundRect">
            <a:avLst>
              <a:gd name="adj" fmla="val 11111"/>
            </a:avLst>
          </a:prstGeom>
          <a:solidFill>
            <a:srgbClr val="E3F0FA"/>
          </a:solidFill>
          <a:ln/>
        </p:spPr>
      </p:sp>
      <p:sp>
        <p:nvSpPr>
          <p:cNvPr id="10" name="Text 8"/>
          <p:cNvSpPr/>
          <p:nvPr/>
        </p:nvSpPr>
        <p:spPr>
          <a:xfrm>
            <a:off x="6064783" y="2933700"/>
            <a:ext cx="501528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🌊 ACUÁTICO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064783" y="3409950"/>
            <a:ext cx="50152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van por el agua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064783" y="3790950"/>
            <a:ext cx="501528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⛵ 🚤 🛳️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11252150" y="2686050"/>
            <a:ext cx="4940350" cy="2057400"/>
          </a:xfrm>
          <a:prstGeom prst="roundRect">
            <a:avLst>
              <a:gd name="adj" fmla="val 11111"/>
            </a:avLst>
          </a:prstGeom>
          <a:solidFill>
            <a:srgbClr val="FDE3E4"/>
          </a:solidFill>
          <a:ln/>
        </p:spPr>
      </p:sp>
      <p:sp>
        <p:nvSpPr>
          <p:cNvPr id="14" name="Text 12"/>
          <p:cNvSpPr/>
          <p:nvPr/>
        </p:nvSpPr>
        <p:spPr>
          <a:xfrm>
            <a:off x="11214683" y="2933700"/>
            <a:ext cx="501528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☁️ AÉREO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214683" y="3409950"/>
            <a:ext cx="50152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van por el aire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214683" y="3790950"/>
            <a:ext cx="501528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✈️ 🚁 🎈</a:t>
            </a:r>
            <a:endParaRPr lang="en-US" sz="3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Del pasado al presente ⏳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3217813" y="2838450"/>
            <a:ext cx="1484709" cy="1676400"/>
          </a:xfrm>
          <a:prstGeom prst="roundRect">
            <a:avLst>
              <a:gd name="adj" fmla="val 17963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3503563" y="3086100"/>
            <a:ext cx="913209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🚶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503563" y="3971925"/>
            <a:ext cx="9132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 pie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931122" y="3424238"/>
            <a:ext cx="4953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5578822" y="2838450"/>
            <a:ext cx="1701998" cy="1676400"/>
          </a:xfrm>
          <a:prstGeom prst="roundRect">
            <a:avLst>
              <a:gd name="adj" fmla="val 15909"/>
            </a:avLst>
          </a:prstGeom>
          <a:solidFill>
            <a:srgbClr val="FFF9EF"/>
          </a:solidFill>
          <a:ln/>
        </p:spPr>
      </p:sp>
      <p:sp>
        <p:nvSpPr>
          <p:cNvPr id="10" name="Text 8"/>
          <p:cNvSpPr/>
          <p:nvPr/>
        </p:nvSpPr>
        <p:spPr>
          <a:xfrm>
            <a:off x="5864572" y="3086100"/>
            <a:ext cx="1130498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🐎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864572" y="3971925"/>
            <a:ext cx="11304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 caballo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509421" y="3424238"/>
            <a:ext cx="4953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8157121" y="2838450"/>
            <a:ext cx="2190899" cy="1676400"/>
          </a:xfrm>
          <a:prstGeom prst="roundRect">
            <a:avLst>
              <a:gd name="adj" fmla="val 15909"/>
            </a:avLst>
          </a:prstGeom>
          <a:solidFill>
            <a:srgbClr val="FFF9EF"/>
          </a:solidFill>
          <a:ln/>
        </p:spPr>
      </p:sp>
      <p:sp>
        <p:nvSpPr>
          <p:cNvPr id="14" name="Text 12"/>
          <p:cNvSpPr/>
          <p:nvPr/>
        </p:nvSpPr>
        <p:spPr>
          <a:xfrm>
            <a:off x="8403811" y="3086100"/>
            <a:ext cx="1697519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🚂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403811" y="3971925"/>
            <a:ext cx="16975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Tren de vapor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576620" y="3424238"/>
            <a:ext cx="4953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11224320" y="2838450"/>
            <a:ext cx="1484709" cy="1676400"/>
          </a:xfrm>
          <a:prstGeom prst="roundRect">
            <a:avLst>
              <a:gd name="adj" fmla="val 17963"/>
            </a:avLst>
          </a:prstGeom>
          <a:solidFill>
            <a:srgbClr val="FFF9EF"/>
          </a:solidFill>
          <a:ln/>
        </p:spPr>
      </p:sp>
      <p:sp>
        <p:nvSpPr>
          <p:cNvPr id="18" name="Text 16"/>
          <p:cNvSpPr/>
          <p:nvPr/>
        </p:nvSpPr>
        <p:spPr>
          <a:xfrm>
            <a:off x="11510070" y="3086100"/>
            <a:ext cx="913209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🚗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1510070" y="3971925"/>
            <a:ext cx="9132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Carro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937629" y="3424238"/>
            <a:ext cx="4953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13585329" y="2838450"/>
            <a:ext cx="1484709" cy="1676400"/>
          </a:xfrm>
          <a:prstGeom prst="roundRect">
            <a:avLst>
              <a:gd name="adj" fmla="val 17963"/>
            </a:avLst>
          </a:prstGeom>
          <a:solidFill>
            <a:srgbClr val="FFF9EF"/>
          </a:solidFill>
          <a:ln/>
        </p:spPr>
      </p:sp>
      <p:sp>
        <p:nvSpPr>
          <p:cNvPr id="22" name="Text 20"/>
          <p:cNvSpPr/>
          <p:nvPr/>
        </p:nvSpPr>
        <p:spPr>
          <a:xfrm>
            <a:off x="13871079" y="3086100"/>
            <a:ext cx="913209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✈️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13871079" y="3971925"/>
            <a:ext cx="9132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Avión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52500" y="4857750"/>
            <a:ext cx="180213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 el tiempo, los transportes se volvieron más rápidos y cómodos.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¿Para qué nos sirven?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6225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9337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🏫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3014663"/>
            <a:ext cx="522925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</a:t>
            </a:r>
            <a:pPr algn="l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ir a la escuela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al trabajo.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876675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0481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📦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42368" y="4129088"/>
            <a:ext cx="585479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</a:t>
            </a:r>
            <a:pPr algn="l" indent="0" marL="0">
              <a:buNone/>
            </a:pPr>
            <a:r>
              <a:rPr lang="en-US" sz="25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llevar mercancías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alimentos.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499110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1625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🌎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42368" y="5243513"/>
            <a:ext cx="590145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</a:t>
            </a:r>
            <a:pPr algn="l" indent="0" marL="0">
              <a:buNone/>
            </a:pPr>
            <a:r>
              <a:rPr lang="en-US" sz="255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viajar y conocer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otros lugares.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5601950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009900"/>
            <a:ext cx="162401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si cada transporte es terrestre, acuático o aéreo: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227064" y="3533775"/>
            <a:ext cx="115029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🚗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2227064" y="4229100"/>
            <a:ext cx="11502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02734" y="3533775"/>
            <a:ext cx="115029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⛵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5202734" y="4229100"/>
            <a:ext cx="11502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78254" y="3533775"/>
            <a:ext cx="115029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✈️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8178254" y="4229100"/>
            <a:ext cx="11502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53924" y="3533775"/>
            <a:ext cx="115029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🚲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1153924" y="4229100"/>
            <a:ext cx="11502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29445" y="3533775"/>
            <a:ext cx="115029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🚁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4129445" y="4229100"/>
            <a:ext cx="11502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" y="5114925"/>
            <a:ext cx="15601950" cy="904875"/>
          </a:xfrm>
          <a:prstGeom prst="roundRect">
            <a:avLst>
              <a:gd name="adj" fmla="val 29474"/>
            </a:avLst>
          </a:prstGeom>
          <a:solidFill>
            <a:srgbClr val="6A4C93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5362575"/>
            <a:ext cx="162401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Dibuja un transporte de </a:t>
            </a:r>
            <a:pPr algn="l" indent="0" marL="0">
              <a:buNone/>
            </a:pPr>
            <a:r>
              <a:rPr lang="en-US" sz="240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antes 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uno de </a:t>
            </a:r>
            <a:pPr algn="l" indent="0" marL="0">
              <a:buNone/>
            </a:pPr>
            <a:r>
              <a:rPr lang="en-US" sz="240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C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502247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635597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88097"/>
            <a:ext cx="15697200" cy="2053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64"/>
              </a:lnSpc>
              <a:buNone/>
            </a:pPr>
            <a:r>
              <a:rPr lang="en-US" sz="69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Nombra los 3 tipos de transporte. ¿Cómo cambiaron con el tiempo?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52500" y="6060728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032278"/>
            <a:ext cx="7386340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03728"/>
            <a:ext cx="684593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viajaste por la historia del transporte!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2026-07-26T16:21:39Z</dcterms:created>
  <dcterms:modified xsi:type="dcterms:W3CDTF">2026-07-26T16:21:39Z</dcterms:modified>
</cp:coreProperties>
</file>