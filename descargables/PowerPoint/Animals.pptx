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en inglés: Hello, children! Pregunta detonadora: What is your favorite animal? Is it a pet, a farm animal or a wild animal?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22: Monólogo / Lectura en inglés. Cada palabra con su traducción.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Farm animals con traducción. Repitan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Wild animals con traducción.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Pets con traducción.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Monólogo: presenta un animal. Practica en coro.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Escriben animales en inglés y los clasifican. Corrección en coro.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Name one farm animal, one wild animal and one pet. Say: It is a... Felicita: Good job!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1982C4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6" name="Shape 4"/>
          <p:cNvSpPr/>
          <p:nvPr/>
        </p:nvSpPr>
        <p:spPr>
          <a:xfrm>
            <a:off x="6265218" y="2819400"/>
            <a:ext cx="5757416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41145" y="2971800"/>
            <a:ext cx="31497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ENGLISH · INGLÉS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62071" y="297180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22386" y="297180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853193" y="3857625"/>
            <a:ext cx="458161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2759"/>
              </a:lnSpc>
              <a:buNone/>
            </a:pPr>
            <a:r>
              <a:rPr lang="en-US" sz="9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Animals</a:t>
            </a:r>
            <a:endParaRPr lang="en-US" sz="9000" dirty="0"/>
          </a:p>
        </p:txBody>
      </p:sp>
      <p:sp>
        <p:nvSpPr>
          <p:cNvPr id="11" name="Text 9"/>
          <p:cNvSpPr/>
          <p:nvPr/>
        </p:nvSpPr>
        <p:spPr>
          <a:xfrm>
            <a:off x="3876281" y="5343525"/>
            <a:ext cx="1053529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Los animales: granja, salvajes y mascotas 🐮🦁🐶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60579" y="62579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1079" y="63722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🐮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9914" y="62579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40414" y="63722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🦁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39250" y="62579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29750" y="63722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🐶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28586" y="6257925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19086" y="6372225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🐱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What will we learn today? · ¿Qué aprenderemos?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52500" y="2324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590800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590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19388"/>
            <a:ext cx="689108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Nombrar </a:t>
            </a:r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animales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inglés (animals).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3848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14800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14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43388"/>
            <a:ext cx="10326722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Clasificarlos: </a:t>
            </a:r>
            <a:pPr algn="l" indent="0" marL="0">
              <a:buNone/>
            </a:pPr>
            <a:r>
              <a:rPr lang="en-US" sz="270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farm, wild, pets </a:t>
            </a:r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(granja, salvajes, mascotas).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5372100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38800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38800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767388"/>
            <a:ext cx="7265328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Decir un monólogo: </a:t>
            </a:r>
            <a:pPr algn="l" indent="0" marL="0">
              <a:buNone/>
            </a:pPr>
            <a:r>
              <a:rPr lang="en-US" sz="270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«It is a… / I have a…»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52500" y="7124700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You need · Necesitas: cuaderno de inglés, lápiz y colores.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🐮 Farm animals · De la granja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3D6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🐮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cow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09876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vaca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29188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🐷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pig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86563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cerdo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05875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🐔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hen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863251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gallina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82563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🐴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horse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39938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caballo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🦁 Wild animals · Salvajes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3D6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🦁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lion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09876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león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29188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🐘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elephant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86563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elefante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05875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🐵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monkey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863251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mono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82563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🦒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giraffe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39938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jirafa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🐶 Pets · Mascotas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FF3D6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🐶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dog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09876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perro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929188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🐱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cat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886563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gato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905875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E9F5D8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🐰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rabbit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8863251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conejo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2882563" y="2705100"/>
            <a:ext cx="3786188" cy="2000250"/>
          </a:xfrm>
          <a:prstGeom prst="roundRect">
            <a:avLst>
              <a:gd name="adj" fmla="val 11429"/>
            </a:avLst>
          </a:prstGeom>
          <a:solidFill>
            <a:srgbClr val="F1EAFB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933700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🐠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771900"/>
            <a:ext cx="387143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fish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839938" y="4191000"/>
            <a:ext cx="387143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pez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95580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56297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WRITE IN YOUR NOTEBOOK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My monologue · Mi monólogo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676525"/>
            <a:ext cx="15659100" cy="2152650"/>
          </a:xfrm>
          <a:prstGeom prst="roundRect">
            <a:avLst>
              <a:gd name="adj" fmla="val 10619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00175" y="2990850"/>
            <a:ext cx="1624012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It is a dog. It is a pet. 🐶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400175" y="3609975"/>
            <a:ext cx="1624012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 have a cat. My cat is small.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400175" y="4181475"/>
            <a:ext cx="1624012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(Es un perro. Es una mascota. · Tengo un gato. Mi gato es pequeño.)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380708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000629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NOW YOU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Let's practice! · ¡A practicar!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1685925"/>
          </a:xfrm>
          <a:prstGeom prst="roundRect">
            <a:avLst>
              <a:gd name="adj" fmla="val 15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el animal en inglés: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371600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🐮 → ______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4465439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0" name="Text 8"/>
          <p:cNvSpPr/>
          <p:nvPr/>
        </p:nvSpPr>
        <p:spPr>
          <a:xfrm>
            <a:off x="4694039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🦁 → ______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7559278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7787878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🐶 → ______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653117" y="3514725"/>
            <a:ext cx="2903339" cy="628650"/>
          </a:xfrm>
          <a:prstGeom prst="roundRect">
            <a:avLst>
              <a:gd name="adj" fmla="val 24242"/>
            </a:avLst>
          </a:prstGeom>
          <a:solidFill>
            <a:srgbClr val="FFF9EF"/>
          </a:solidFill>
          <a:ln/>
        </p:spPr>
      </p:sp>
      <p:sp>
        <p:nvSpPr>
          <p:cNvPr id="14" name="Text 12"/>
          <p:cNvSpPr/>
          <p:nvPr/>
        </p:nvSpPr>
        <p:spPr>
          <a:xfrm>
            <a:off x="10881717" y="3609975"/>
            <a:ext cx="253323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🐵 → ______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52500" y="4733925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962525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Escribe tu monólogo: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«It is a ______. I have a ______.»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647950"/>
            <a:ext cx="465832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781300"/>
            <a:ext cx="422657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 FINISH · 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733800"/>
            <a:ext cx="15697200" cy="1790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845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Name a farm animal, a wild animal and a pet!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52500" y="5943600"/>
            <a:ext cx="18021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 un animal de granja, uno salvaje y una mascota. «It is a…»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52500" y="6886575"/>
            <a:ext cx="4603254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058025"/>
            <a:ext cx="397935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Good job! · ¡Buen trabajo!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2026-08-13T04:52:10Z</dcterms:created>
  <dcterms:modified xsi:type="dcterms:W3CDTF">2026-08-13T04:52:10Z</dcterms:modified>
</cp:coreProperties>
</file>