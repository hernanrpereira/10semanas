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si te encuentras un lápiz que no es tuyo en el piso, ¿qué haces? Escucha varias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Componente: Juicio y razonamiento moral. Hoy hablamos de decir la verdad.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honestidad.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Acciones honestas.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cuento del pastorcito mentiroso, versión corta. Lee y comenta la moraleja.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ser honesto.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marcan acciones honestas y escriben un compromiso.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es ser honesto? ¿Por qué es importante? Escucha varias respuestas.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6" name="Shape 4"/>
          <p:cNvSpPr/>
          <p:nvPr/>
        </p:nvSpPr>
        <p:spPr>
          <a:xfrm>
            <a:off x="6270575" y="2633663"/>
            <a:ext cx="5746700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7039" y="2786063"/>
            <a:ext cx="31380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ÉTICA Y VALORES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56713" y="2786063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17028" y="2786063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070762" y="3671888"/>
            <a:ext cx="1014647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873"/>
              </a:lnSpc>
              <a:buNone/>
            </a:pPr>
            <a:r>
              <a:rPr lang="en-US" sz="11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Honestidad</a:t>
            </a:r>
            <a:endParaRPr lang="en-US" sz="11250" dirty="0"/>
          </a:p>
        </p:txBody>
      </p:sp>
      <p:sp>
        <p:nvSpPr>
          <p:cNvPr id="11" name="Text 9"/>
          <p:cNvSpPr/>
          <p:nvPr/>
        </p:nvSpPr>
        <p:spPr>
          <a:xfrm>
            <a:off x="5568233" y="5443538"/>
            <a:ext cx="715138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Decir la verdad y ser sinceros 💛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6757541" y="6386513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8041" y="6500813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5700" dirty="0"/>
          </a:p>
        </p:txBody>
      </p:sp>
      <p:sp>
        <p:nvSpPr>
          <p:cNvPr id="14" name="Shape 12"/>
          <p:cNvSpPr/>
          <p:nvPr/>
        </p:nvSpPr>
        <p:spPr>
          <a:xfrm>
            <a:off x="8418314" y="6386513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08814" y="6500813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💛</a:t>
            </a:r>
            <a:endParaRPr lang="en-US" sz="5700" dirty="0"/>
          </a:p>
        </p:txBody>
      </p:sp>
      <p:sp>
        <p:nvSpPr>
          <p:cNvPr id="16" name="Shape 14"/>
          <p:cNvSpPr/>
          <p:nvPr/>
        </p:nvSpPr>
        <p:spPr>
          <a:xfrm>
            <a:off x="10079087" y="6386513"/>
            <a:ext cx="1451223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69587" y="6500813"/>
            <a:ext cx="1070223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✋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865539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qué es la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honestidad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la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sinceridad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985196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Reconocer acciones honestas en la casa y la escuela.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14820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Comprender por qué ser honesto nos hace mejores personas.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ética, lápiz y tu buen corazón.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honestidad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honestidad es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decir siempre la verdad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actuar de forma correcta, aunque nadie nos esté mirando.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57725"/>
            <a:ext cx="15049500" cy="971550"/>
          </a:xfrm>
          <a:prstGeom prst="roundRect">
            <a:avLst>
              <a:gd name="adj" fmla="val 23529"/>
            </a:avLst>
          </a:prstGeom>
          <a:solidFill>
            <a:srgbClr val="E9F5D8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92442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Ser </a:t>
            </a:r>
            <a:pPr algn="l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sincero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contar lo que de verdad pasó y lo que de verdad sentimos.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Soy honesto cuando... 💛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571500" cy="571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38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733550" y="2905125"/>
            <a:ext cx="595662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Digo la verdad aunque me dé pena.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581400"/>
            <a:ext cx="571500" cy="571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81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733550" y="3648075"/>
            <a:ext cx="452235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Devuelvo lo que no es mío.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324350"/>
            <a:ext cx="571500" cy="571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243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733550" y="4391025"/>
            <a:ext cx="598216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Reconozco cuando cometo un error.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5067300"/>
            <a:ext cx="571500" cy="571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673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733550" y="5133975"/>
            <a:ext cx="487711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Hago mis trabajos sin copiar.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55866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07804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LEE Y COPIA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7640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pastorcito mentiroso 🐑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667000"/>
            <a:ext cx="15659100" cy="1657350"/>
          </a:xfrm>
          <a:prstGeom prst="roundRect">
            <a:avLst>
              <a:gd name="adj" fmla="val 13793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2981325"/>
            <a:ext cx="1520666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04"/>
              </a:lnSpc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pastorcito gritaba «¡El lobo!» sin ser verdad, para reírse. La gente corría a ayudarlo. Cuando el lobo llegó de verdad, nadie le creyó. </a:t>
            </a:r>
            <a:pPr algn="l" indent="0" marL="0">
              <a:lnSpc>
                <a:spcPct val="110204"/>
              </a:lnSpc>
              <a:buNone/>
            </a:pPr>
            <a:r>
              <a:rPr lang="en-US" sz="27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 mentir, se quedó solo.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46101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Moraleja: si mentimos, después nadie nos cree.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¿Por qué ser honesto?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9337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014663"/>
            <a:ext cx="42068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demás </a:t>
            </a:r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confían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mí.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8766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0481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😊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129088"/>
            <a:ext cx="480262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 siento </a:t>
            </a:r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tranquilo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en paz.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9911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1625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👫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243513"/>
            <a:ext cx="402859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Tengo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amigos de verdad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601950" cy="2552700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09900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SÍ si es honesto o NO si no lo es: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533775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Encuentro dinero y lo devuelvo. ______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4057650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Copio en el examen. ______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4581525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Digo la verdad cuando rompo algo. ______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" y="5600700"/>
            <a:ext cx="15601950" cy="904875"/>
          </a:xfrm>
          <a:prstGeom prst="roundRect">
            <a:avLst>
              <a:gd name="adj" fmla="val 29474"/>
            </a:avLst>
          </a:prstGeom>
          <a:solidFill>
            <a:srgbClr val="6A4C93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848350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compromiso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ser más honesto esta semana.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AC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1458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4793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00438"/>
            <a:ext cx="156972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ser honesto y por qué es importante?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52500" y="614838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F5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119938"/>
            <a:ext cx="7348538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91388"/>
            <a:ext cx="680699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tu corazón fue más grande y honesto!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2026-07-26T16:22:09Z</dcterms:created>
  <dcterms:modified xsi:type="dcterms:W3CDTF">2026-07-26T16:22:09Z</dcterms:modified>
</cp:coreProperties>
</file>