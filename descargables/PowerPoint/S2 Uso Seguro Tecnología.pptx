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¿cuánto tiempo pasas viendo pantallas al día? ¿Qué haces cuando usas el celular o la tablet?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30: Tecnología y sociedad. Hoy aprendemos a usar la tecnología de forma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tecnología es útil pero con cuidado.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 oro para usar la tecnología con seguridad. Léanlas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Cuidar el cuerpo: descansos, distancia, postura.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 de la tecnología: qué SÍ y qué NO.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marcan acciones seguras y escriben una regla.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2 reglas para usar la tecnología con seguridad. Escucha varias respuestas.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646218" y="2390775"/>
            <a:ext cx="4995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60245" y="2543175"/>
            <a:ext cx="23115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TECNOLOGÍA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81071" y="254317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41386" y="254317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014371" y="3429000"/>
            <a:ext cx="6259259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77"/>
              </a:lnSpc>
              <a:buNone/>
            </a:pPr>
            <a:r>
              <a:rPr lang="en-US" sz="7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Uso Seguro de la Tecnología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5159603" y="5772150"/>
            <a:ext cx="79687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 responsables con las pantallas 📱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68655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80085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📱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68655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80085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💻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68655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80085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📺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686550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800850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🎮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006085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la tecnología por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tiempo justo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con permiso.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89190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Cuidar mi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información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no hablar con desconocidos.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85473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Pedir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ayuda a un adulto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 algo me incomoda.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tecnología,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tecnología es una gran ayuda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tecnología nos ayuda 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aprender, comunicarnos y divertirnos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Pero hay que usarla con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responsabilidad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10100"/>
            <a:ext cx="15049500" cy="1000125"/>
          </a:xfrm>
          <a:prstGeom prst="roundRect">
            <a:avLst>
              <a:gd name="adj" fmla="val 22857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76800"/>
            <a:ext cx="157162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bien la tecnología es como cruzar la calle: hay que hacerlo con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cuidado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🚦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Reglas de oro de seguridad 🛡️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743200"/>
            <a:ext cx="7534275" cy="1123950"/>
          </a:xfrm>
          <a:prstGeom prst="roundRect">
            <a:avLst>
              <a:gd name="adj" fmla="val 18644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005138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⏰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66168" y="2914650"/>
            <a:ext cx="644152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Uso las pantallas un tiempo corto y con permiso.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658225" y="2743200"/>
            <a:ext cx="7534275" cy="1123950"/>
          </a:xfrm>
          <a:prstGeom prst="roundRect">
            <a:avLst>
              <a:gd name="adj" fmla="val 18644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8924925" y="3005138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🔒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671893" y="2914650"/>
            <a:ext cx="644152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doy mi nombre, dirección ni fotos a desconocidos.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4038600"/>
            <a:ext cx="7534275" cy="1123950"/>
          </a:xfrm>
          <a:prstGeom prst="roundRect">
            <a:avLst>
              <a:gd name="adj" fmla="val 18644"/>
            </a:avLst>
          </a:prstGeom>
          <a:solidFill>
            <a:srgbClr val="FDE3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300538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🙋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66168" y="4210050"/>
            <a:ext cx="644152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 algo me asusta o incomoda, aviso a un adulto.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658225" y="4038600"/>
            <a:ext cx="7534275" cy="1123950"/>
          </a:xfrm>
          <a:prstGeom prst="roundRect">
            <a:avLst>
              <a:gd name="adj" fmla="val 18644"/>
            </a:avLst>
          </a:prstGeom>
          <a:solidFill>
            <a:srgbClr val="FFF3D6"/>
          </a:solidFill>
          <a:ln/>
        </p:spPr>
      </p:sp>
      <p:sp>
        <p:nvSpPr>
          <p:cNvPr id="15" name="Text 13"/>
          <p:cNvSpPr/>
          <p:nvPr/>
        </p:nvSpPr>
        <p:spPr>
          <a:xfrm>
            <a:off x="8924925" y="4300538"/>
            <a:ext cx="60141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👨‍👩‍👧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621589" y="4405313"/>
            <a:ext cx="66640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Uso la tecnología acompañado de mi familia.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Cuido mi cuerpo 👀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99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👁️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90863"/>
            <a:ext cx="64960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Miro la pantalla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 lejos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no muy cerca.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9528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124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⏸️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205288"/>
            <a:ext cx="80647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Hago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descansos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que mis ojos no se cansen.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67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38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🌳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319713"/>
            <a:ext cx="764841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También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juego afuera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no solo con pantallas.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semáforo de la tecnología 🚦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7191375" cy="1822847"/>
          </a:xfrm>
          <a:prstGeom prst="roundRect">
            <a:avLst>
              <a:gd name="adj" fmla="val 12541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🟢 SÍ puedo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3648075"/>
            <a:ext cx="7156133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158"/>
              </a:lnSpc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Aprender, jugar con permiso, avisar a un adulto.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524875" y="2838450"/>
            <a:ext cx="7191375" cy="1822847"/>
          </a:xfrm>
          <a:prstGeom prst="roundRect">
            <a:avLst>
              <a:gd name="adj" fmla="val 12541"/>
            </a:avLst>
          </a:prstGeom>
          <a:solidFill>
            <a:srgbClr val="FDE3E4"/>
          </a:solidFill>
          <a:ln/>
        </p:spPr>
      </p:sp>
      <p:sp>
        <p:nvSpPr>
          <p:cNvPr id="9" name="Text 7"/>
          <p:cNvSpPr/>
          <p:nvPr/>
        </p:nvSpPr>
        <p:spPr>
          <a:xfrm>
            <a:off x="8867775" y="3105150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🔴 NO debo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67775" y="3648075"/>
            <a:ext cx="670074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158"/>
              </a:lnSpc>
              <a:buNone/>
            </a:pPr>
            <a:r>
              <a:rPr lang="en-US" sz="21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Dar datos a extraños, usar mucho tiempo, ver cosas que no son para niños.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5146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🟢 (seguro) o 🔴 (inseguro):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52825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doy mi dirección a un desconocido por internet. ______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405765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Aviso a mi mamá si veo algo raro. ______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4562475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Hago descansos cuando uso la tablet. ______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5562600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81025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regla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usar la tecnología con seguridad.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2 reglas para usar la tecnología con seguridad.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7217569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66720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aprendiste a ser un ciberniño seguro!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2026-07-26T16:22:28Z</dcterms:created>
  <dcterms:modified xsi:type="dcterms:W3CDTF">2026-07-26T16:22:28Z</dcterms:modified>
</cp:coreProperties>
</file>