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¿es más fácil cargar una mesa pesada solo o entre varios? ¿Por qué?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Componente: competencias ciudadanas. Hoy hablamos de trabajar juntos y ayudarnos.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es el trabajo en equipo.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Reglas de un buen equipo. Léanlas en coro.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Ejemplos de solidaridad en la vida diaria.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qué trabajar en equipo es bueno.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Los niños marcan acciones de equipo y escriben un compromiso. Corrección compartiendo respuestas.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¿por qué es bueno trabajar en equipo? Da un ejemplo de solidaridad.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FF595E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6" name="Shape 4"/>
          <p:cNvSpPr/>
          <p:nvPr/>
        </p:nvSpPr>
        <p:spPr>
          <a:xfrm>
            <a:off x="6270575" y="2910780"/>
            <a:ext cx="5746700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47039" y="3063180"/>
            <a:ext cx="313801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ÉTICA Y VALORES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56713" y="3063180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917028" y="3063180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111971" y="3949005"/>
            <a:ext cx="806391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154"/>
              </a:lnSpc>
              <a:buNone/>
            </a:pPr>
            <a:r>
              <a:rPr lang="en-US" sz="72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Trabajo en Equipo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424385" y="5251996"/>
            <a:ext cx="943908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Juntos somos más fuertes · La solidaridad 🤝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032004" y="6166396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2504" y="6280696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🤝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640389" y="6166396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30889" y="6280696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🧩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248775" y="6166396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39275" y="6280696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💪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857161" y="6166396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047661" y="6280696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❤️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1005103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Entender qué es el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trabajo en equipo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la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solidaridad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716873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Conocer las </a:t>
            </a:r>
            <a:pPr algn="l" indent="0" marL="0">
              <a:buNone/>
            </a:pPr>
            <a:r>
              <a:rPr lang="en-US" sz="28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reglas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un buen equipo.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910936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Ayudar a los demás y valorar a cada compañero.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ética, lápiz y tu mejor sonrisa.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trabajo en equipo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15106650" cy="819150"/>
          </a:xfrm>
          <a:prstGeom prst="roundRect">
            <a:avLst>
              <a:gd name="adj" fmla="val 23256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62275"/>
            <a:ext cx="157162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Trabajar en equipo es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unir esfuerzos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 otros para lograr una meta común.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4038600"/>
            <a:ext cx="15049500" cy="933450"/>
          </a:xfrm>
          <a:prstGeom prst="roundRect">
            <a:avLst>
              <a:gd name="adj" fmla="val 24490"/>
            </a:avLst>
          </a:prstGeom>
          <a:solidFill>
            <a:srgbClr val="E9F5D8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286250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</a:t>
            </a:r>
            <a:pPr algn="l" indent="0" marL="0">
              <a:buNone/>
            </a:pPr>
            <a:r>
              <a:rPr lang="en-US" sz="2550" b="1" dirty="0">
                <a:solidFill>
                  <a:srgbClr val="6FA31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solidaridad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 ayudar a los demás cuando lo necesitan, sin esperar nada a cambio.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Reglas de un buen equipo 🤝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62250"/>
            <a:ext cx="7534275" cy="942975"/>
          </a:xfrm>
          <a:prstGeom prst="roundRect">
            <a:avLst>
              <a:gd name="adj" fmla="val 22222"/>
            </a:avLst>
          </a:prstGeom>
          <a:solidFill>
            <a:srgbClr val="E9F5D8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29337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👂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966168" y="3038475"/>
            <a:ext cx="405184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Escucho las ideas de todos.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8658225" y="2762250"/>
            <a:ext cx="7534275" cy="942975"/>
          </a:xfrm>
          <a:prstGeom prst="roundRect">
            <a:avLst>
              <a:gd name="adj" fmla="val 22222"/>
            </a:avLst>
          </a:prstGeom>
          <a:solidFill>
            <a:srgbClr val="E3F0FA"/>
          </a:solidFill>
          <a:ln/>
        </p:spPr>
      </p:sp>
      <p:sp>
        <p:nvSpPr>
          <p:cNvPr id="9" name="Text 7"/>
          <p:cNvSpPr/>
          <p:nvPr/>
        </p:nvSpPr>
        <p:spPr>
          <a:xfrm>
            <a:off x="8924925" y="29337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🙋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671893" y="3038475"/>
            <a:ext cx="426090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Comparto y espero mi turno.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52500" y="3876675"/>
            <a:ext cx="7534275" cy="942975"/>
          </a:xfrm>
          <a:prstGeom prst="roundRect">
            <a:avLst>
              <a:gd name="adj" fmla="val 22222"/>
            </a:avLst>
          </a:prstGeom>
          <a:solidFill>
            <a:srgbClr val="FDE3E4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40481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🤗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966168" y="4152900"/>
            <a:ext cx="37280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Ayudo al que lo necesita.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8658225" y="3876675"/>
            <a:ext cx="7534275" cy="942975"/>
          </a:xfrm>
          <a:prstGeom prst="roundRect">
            <a:avLst>
              <a:gd name="adj" fmla="val 22222"/>
            </a:avLst>
          </a:prstGeom>
          <a:solidFill>
            <a:srgbClr val="FFF3D6"/>
          </a:solidFill>
          <a:ln/>
        </p:spPr>
      </p:sp>
      <p:sp>
        <p:nvSpPr>
          <p:cNvPr id="15" name="Text 13"/>
          <p:cNvSpPr/>
          <p:nvPr/>
        </p:nvSpPr>
        <p:spPr>
          <a:xfrm>
            <a:off x="8924925" y="40481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🎯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671893" y="4152900"/>
            <a:ext cx="428693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Cumplo mi parte del trabajo.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Soy solidario cuando... ❤️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0099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✏️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3090863"/>
            <a:ext cx="580175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Presto mis colores al que no tiene.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95287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1243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🩹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205288"/>
            <a:ext cx="601490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Ayudo a un compañero que se cayó.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506730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2387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🧹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42368" y="5319713"/>
            <a:ext cx="738025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Colaboro para ordenar el salón entre todos.</a:t>
            </a:r>
            <a:endParaRPr lang="en-US" sz="2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8AC926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Juntos logramos más 💪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0099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⚡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3090863"/>
            <a:ext cx="627111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trabajo se hace </a:t>
            </a:r>
            <a:pPr algn="l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más rápido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mejor.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95287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1243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💡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205288"/>
            <a:ext cx="575214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Aprendemos de las </a:t>
            </a:r>
            <a:pPr algn="l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ideas de todos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506730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2387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😊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42368" y="5319713"/>
            <a:ext cx="664961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Hacemos </a:t>
            </a:r>
            <a:pPr algn="l" indent="0" marL="0">
              <a:buNone/>
            </a:pPr>
            <a:r>
              <a:rPr lang="en-US" sz="255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amigos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nos sentimos felices.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6268700" cy="2457450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9908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SÍ si es trabajo en equipo o NO si no lo es: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3514725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Compartimos las tareas y nos ayudamos. ______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71600" y="40195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Solo quiero hacerlo yo y no dejo participar. ______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71600" y="4524375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Escuchamos las ideas de cada uno. ______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5505450"/>
            <a:ext cx="16268700" cy="847725"/>
          </a:xfrm>
          <a:prstGeom prst="roundRect">
            <a:avLst>
              <a:gd name="adj" fmla="val 31461"/>
            </a:avLst>
          </a:prstGeom>
          <a:solidFill>
            <a:srgbClr val="6A4C93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340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Escribe </a:t>
            </a:r>
            <a:pPr algn="l" indent="0" marL="0">
              <a:buNone/>
            </a:pPr>
            <a:r>
              <a:rPr lang="en-US" sz="22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una forma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que ayudas a tus compañeros.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AC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58492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591842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44342"/>
            <a:ext cx="1569720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359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¿Por qué es bueno trabajar en equipo?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52500" y="6104483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9F5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da un ejemplo de solidaridad.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76033"/>
            <a:ext cx="7135862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47483"/>
            <a:ext cx="658793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fuiste un gran compañero de equipo!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2026-08-02T00:18:28Z</dcterms:created>
  <dcterms:modified xsi:type="dcterms:W3CDTF">2026-08-02T00:18:28Z</dcterms:modified>
</cp:coreProperties>
</file>