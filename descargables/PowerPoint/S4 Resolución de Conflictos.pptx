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cuando dos amigos quieren el mismo juguete, ¿qué pueden hacer sin pelear?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Componente: competencias ciudadanas. Hoy aprendemos a resolver problemas sin pelear.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un conflicto.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pasos para resolver un conflicto. Léanlos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Palabras mágicas para la paz.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NO hacer en un conflicto.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ordenan los pasos y proponen una solución.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hago cuando tengo un conflicto? Nombra un paso para resolverlo en paz.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Shape 4"/>
          <p:cNvSpPr/>
          <p:nvPr/>
        </p:nvSpPr>
        <p:spPr>
          <a:xfrm>
            <a:off x="6270575" y="2950815"/>
            <a:ext cx="5746700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7039" y="3103215"/>
            <a:ext cx="3138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ÉTICA Y VALORES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56713" y="310321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17028" y="310321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519063" y="3989040"/>
            <a:ext cx="11249724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355"/>
              </a:lnSpc>
              <a:buNone/>
            </a:pPr>
            <a:r>
              <a:rPr lang="en-US" sz="66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Resuelvo Conflictos en Paz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524187" y="5211961"/>
            <a:ext cx="72396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 pelear, usando las palabras 🕊️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🕊️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🗣️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26361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240661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❤️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96456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es un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conflicto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que es normal tenerlos.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25446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 los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pasos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resolverlos en paz.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88696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las palabras y el diálogo en vez de pelear.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ética, lápiz y tu mejor actitud.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 conflicto?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conflicto es un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desacuerdo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entre dos personas. ¡Es normal tenerlos!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038600"/>
            <a:ext cx="15049500" cy="933450"/>
          </a:xfrm>
          <a:prstGeom prst="roundRect">
            <a:avLst>
              <a:gd name="adj" fmla="val 24490"/>
            </a:avLst>
          </a:prstGeom>
          <a:solidFill>
            <a:srgbClr val="E9F5D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28625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 importante es resolverlo </a:t>
            </a:r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paz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sin gritar, pegar ni ofender.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Pasos para resolver en paz 🕊️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05100"/>
            <a:ext cx="647700" cy="6477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051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809875"/>
            <a:ext cx="5953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 calmo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respiro y cuento hasta 3.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524250"/>
            <a:ext cx="647700" cy="6477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42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629025"/>
            <a:ext cx="64140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Hablo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digo cómo me siento sin gritar.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343400"/>
            <a:ext cx="647700" cy="6477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434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448175"/>
            <a:ext cx="473632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 otro con respeto.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5162550"/>
            <a:ext cx="647700" cy="6477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625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47850" y="5267325"/>
            <a:ext cx="73001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Acordamos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solución justa para los dos.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Palabras que traen paz 🗣️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81300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952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66168" y="3048000"/>
            <a:ext cx="18065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«Lo siento»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58225" y="2781300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8924925" y="2952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671893" y="3048000"/>
            <a:ext cx="403809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«¿Lo resolvemos juntos?»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3895725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FDE3E4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0671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💬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66168" y="4162425"/>
            <a:ext cx="261102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«Yo me siento...»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658225" y="3895725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/>
        </p:spPr>
      </p:sp>
      <p:sp>
        <p:nvSpPr>
          <p:cNvPr id="15" name="Text 13"/>
          <p:cNvSpPr/>
          <p:nvPr/>
        </p:nvSpPr>
        <p:spPr>
          <a:xfrm>
            <a:off x="8924925" y="40671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🤲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671893" y="4162425"/>
            <a:ext cx="354728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«Te perdono / gracias»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paz sí, la violencia no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7572375" cy="1853505"/>
          </a:xfrm>
          <a:prstGeom prst="roundRect">
            <a:avLst>
              <a:gd name="adj" fmla="val 12333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952750"/>
            <a:ext cx="77009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✅ SÍ hago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38250" y="3495675"/>
            <a:ext cx="72109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Hablar, escuchar, respirar, pedir ayuda, buscar una solución justa.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810625" y="2724150"/>
            <a:ext cx="7572375" cy="1853505"/>
          </a:xfrm>
          <a:prstGeom prst="roundRect">
            <a:avLst>
              <a:gd name="adj" fmla="val 12333"/>
            </a:avLst>
          </a:prstGeom>
          <a:solidFill>
            <a:srgbClr val="FDE3E4"/>
          </a:solidFill>
          <a:ln/>
        </p:spPr>
      </p:sp>
      <p:sp>
        <p:nvSpPr>
          <p:cNvPr id="9" name="Text 7"/>
          <p:cNvSpPr/>
          <p:nvPr/>
        </p:nvSpPr>
        <p:spPr>
          <a:xfrm>
            <a:off x="9096375" y="2952750"/>
            <a:ext cx="77009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❌ NO hago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096375" y="3495675"/>
            <a:ext cx="770096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95"/>
              </a:lnSpc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Gritar, pegar, empujar, insultar, quitar las cosas.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 la paz!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2790825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Ordena los pasos para resolver un conflicto (1, 2, 3, 4):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514725"/>
            <a:ext cx="16973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Escucho al otro con respeto.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971925"/>
            <a:ext cx="16973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Me calmo y respiro.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71600" y="4429125"/>
            <a:ext cx="16973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Acordamos una solución justa.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" y="4886325"/>
            <a:ext cx="16973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 Hablo y digo cómo me siento.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83882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60674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Dos niños quieren el mismo balón. Escribe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solución en paz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98221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11556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068068"/>
            <a:ext cx="16764000" cy="104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hago cuando tengo un conflicto?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55329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nombra un paso para resolverlo en paz.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6504533"/>
            <a:ext cx="8144024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675983"/>
            <a:ext cx="76263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aprendiste a ser un constructor de paz! 🕊️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2026-08-11T02:17:20Z</dcterms:created>
  <dcterms:modified xsi:type="dcterms:W3CDTF">2026-08-11T02:17:20Z</dcterms:modified>
</cp:coreProperties>
</file>