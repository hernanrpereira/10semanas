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cuando un amigo te hace algo que te duele, ¿qué sientes? ¿Qué podemos hacer para volver a estar bien?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Eje cristológico: aprender de Jesús el valor del perdón y la reconciliación.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es el perdón.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Jesús nos enseñó a perdonar. Comenta con respeto y sencillez el mensaje del evangelio.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pasos para reconciliarnos.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qué es bueno perdonar.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Los niños responden y escriben un compromiso de perdón. Corrección compartiendo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¿qué es perdonar? ¿Qué nos enseñó Jesús?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1500" y="-1143000"/>
            <a:ext cx="3619500" cy="3619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7620000"/>
            <a:ext cx="4000500" cy="40005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1905000" y="1333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FF595E"/>
          </a:solidFill>
          <a:ln/>
        </p:spPr>
      </p:sp>
      <p:sp>
        <p:nvSpPr>
          <p:cNvPr id="5" name="Shape 3"/>
          <p:cNvSpPr/>
          <p:nvPr/>
        </p:nvSpPr>
        <p:spPr>
          <a:xfrm>
            <a:off x="15335250" y="7715250"/>
            <a:ext cx="857250" cy="85725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6" name="Shape 4"/>
          <p:cNvSpPr/>
          <p:nvPr/>
        </p:nvSpPr>
        <p:spPr>
          <a:xfrm>
            <a:off x="5814566" y="2910780"/>
            <a:ext cx="6658868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45421" y="3063180"/>
            <a:ext cx="414139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EDUCACIÓN RELIGIOSA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112871" y="3063180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373186" y="3063180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951747" y="3949005"/>
            <a:ext cx="4384506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154"/>
              </a:lnSpc>
              <a:buNone/>
            </a:pPr>
            <a:r>
              <a:rPr lang="en-US" sz="72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Perdón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3612862" y="5251996"/>
            <a:ext cx="110622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Perdonar y reconciliarnos, como nos enseñó Jesús ❤️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032004" y="616639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2504" y="628069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❤️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640389" y="616639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30889" y="628069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🤝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248775" y="616639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39275" y="628069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🕊️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857161" y="616639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047661" y="628069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✝️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779362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Entender qué es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perdonar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reconciliarse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824923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Conocer cómo </a:t>
            </a:r>
            <a:pPr algn="l" indent="0" marL="0">
              <a:buNone/>
            </a:pPr>
            <a:r>
              <a:rPr lang="en-US" sz="28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Jesús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nos enseñó a perdonar.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920137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Practicar el perdón con nuestra familia y amigos.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religión, lápiz y tu buen corazón.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6A4C93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perdón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15106650" cy="819150"/>
          </a:xfrm>
          <a:prstGeom prst="roundRect">
            <a:avLst>
              <a:gd name="adj" fmla="val 23256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62275"/>
            <a:ext cx="157162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Perdonar es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dejar de estar enojados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 quien nos hizo daño y volver a quererlo.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4038600"/>
            <a:ext cx="15049500" cy="933450"/>
          </a:xfrm>
          <a:prstGeom prst="roundRect">
            <a:avLst>
              <a:gd name="adj" fmla="val 24490"/>
            </a:avLst>
          </a:prstGeom>
          <a:solidFill>
            <a:srgbClr val="E9F5D8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286250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</a:t>
            </a:r>
            <a:pPr algn="l" indent="0" marL="0">
              <a:buNone/>
            </a:pPr>
            <a:r>
              <a:rPr lang="en-US" sz="255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reconciliación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 volver a estar en paz y amistad después de una pelea.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6A4C93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7640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Jesús nos enseñó a perdonar ✝️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667000"/>
            <a:ext cx="15659100" cy="1133475"/>
          </a:xfrm>
          <a:prstGeom prst="roundRect">
            <a:avLst>
              <a:gd name="adj" fmla="val 20168"/>
            </a:avLst>
          </a:prstGeom>
          <a:solidFill>
            <a:srgbClr val="FFF9EF"/>
          </a:solidFill>
          <a:ln w="28575">
            <a:solidFill>
              <a:srgbClr val="FFC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0175" y="2981325"/>
            <a:ext cx="1624012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70"/>
              </a:lnSpc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Jesús enseñó: </a:t>
            </a:r>
            <a:pPr algn="l" indent="0" marL="0">
              <a:lnSpc>
                <a:spcPct val="110870"/>
              </a:lnSpc>
              <a:buNone/>
            </a:pPr>
            <a:r>
              <a:rPr lang="en-US" sz="25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«Ama a tu prójimo» </a:t>
            </a:r>
            <a:pPr algn="l" indent="0" marL="0">
              <a:lnSpc>
                <a:spcPct val="110870"/>
              </a:lnSpc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</a:t>
            </a:r>
            <a:pPr algn="l" indent="0" marL="0">
              <a:lnSpc>
                <a:spcPct val="110870"/>
              </a:lnSpc>
              <a:buNone/>
            </a:pPr>
            <a:r>
              <a:rPr lang="en-US" sz="25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«Perdona a los demás»</a:t>
            </a:r>
            <a:pPr algn="l" indent="0" marL="0">
              <a:lnSpc>
                <a:spcPct val="110870"/>
              </a:lnSpc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Él perdonó a todos con amor.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40862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Cuando perdonamos, hacemos lo que Jesús nos pidió: amar de corazón.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6A4C93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Pasos para reconciliarnos 🕊️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81300"/>
            <a:ext cx="647700" cy="6477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1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47850" y="2871788"/>
            <a:ext cx="675242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Reconozco mi error y digo </a:t>
            </a:r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«lo siento»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3619500"/>
            <a:ext cx="647700" cy="6477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19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47850" y="3709988"/>
            <a:ext cx="743378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Escucho al otro y pido </a:t>
            </a:r>
            <a:pPr algn="l" indent="0" marL="0">
              <a:buNone/>
            </a:pPr>
            <a:r>
              <a:rPr lang="en-US" sz="270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perdón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corazón.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4457700"/>
            <a:ext cx="647700" cy="6477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577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47850" y="4548188"/>
            <a:ext cx="10261238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Nos damos la mano o un abrazo y volvemos a ser amigos.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6A4C93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Perdonar me hace feliz ❤️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8130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9527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😌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3033713"/>
            <a:ext cx="590079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 corazón queda </a:t>
            </a:r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en paz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sin enojo.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89572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06717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👫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148137"/>
            <a:ext cx="388813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Recupero a mis </a:t>
            </a:r>
            <a:pPr algn="l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amigos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501015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1816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🕊️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262563"/>
            <a:ext cx="571023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Sigo el ejemplo de amor de </a:t>
            </a:r>
            <a:pPr algn="l" indent="0" marL="0">
              <a:buNone/>
            </a:pPr>
            <a:r>
              <a:rPr lang="en-US" sz="255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Jesús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6268700" cy="2457450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9908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Ordena los pasos para reconciliarte (1, 2, 3):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3514725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 Nos damos un abrazo y volvemos a ser amigos.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71600" y="40195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 Reconozco mi error y digo «lo siento».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71600" y="4524375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 Escucho al otro y pido perdón de corazón.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5505450"/>
            <a:ext cx="16268700" cy="847725"/>
          </a:xfrm>
          <a:prstGeom prst="roundRect">
            <a:avLst>
              <a:gd name="adj" fmla="val 31461"/>
            </a:avLst>
          </a:prstGeom>
          <a:solidFill>
            <a:srgbClr val="6A4C93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340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Escribe a quién quieres </a:t>
            </a:r>
            <a:pPr algn="l" indent="0" marL="0">
              <a:buNone/>
            </a:pPr>
            <a:r>
              <a:rPr lang="en-US" sz="22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pedir perdón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perdonar esta semana.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58492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91842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44342"/>
            <a:ext cx="156972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59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es perdonar? ¿Qué nos enseñó Jesús?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6104483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CCE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76033"/>
            <a:ext cx="6504384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47483"/>
            <a:ext cx="593751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tu corazón aprendió a perdonar!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2026-08-02T00:18:49Z</dcterms:created>
  <dcterms:modified xsi:type="dcterms:W3CDTF">2026-08-02T00:18:49Z</dcterms:modified>
</cp:coreProperties>
</file>