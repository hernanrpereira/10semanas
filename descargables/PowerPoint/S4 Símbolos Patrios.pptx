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 con energía. Pregunta detonadora: ¿de qué colores es la bandera de Colombia? ¿Dónde has visto la bandera? Escucha ideas antes de avanzar.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objetivos. DBA 4 de Ciencias Sociales: reconocer los símbolos que representan a su país.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son los símbolos patrios.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bandera y sus colores.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escudo y el himno.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respetamos los símbolos patrios.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individual: 10 minutos. Colorean la bandera y responden. Corrección compartiendo respuestas.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verificación: nombra los 3 símbolos patrios y los colores de la bandera. Felicita y anuncia la ficha de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-1143000"/>
            <a:ext cx="3619500" cy="36195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3" name="Shape 1"/>
          <p:cNvSpPr/>
          <p:nvPr/>
        </p:nvSpPr>
        <p:spPr>
          <a:xfrm>
            <a:off x="15240000" y="7620000"/>
            <a:ext cx="4000500" cy="4000500"/>
          </a:xfrm>
          <a:prstGeom prst="ellipse">
            <a:avLst/>
          </a:prstGeom>
          <a:solidFill>
            <a:srgbClr val="1982C4"/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15049500" y="1143000"/>
            <a:ext cx="1143001" cy="1143001"/>
          </a:xfrm>
          <a:prstGeom prst="roundRect">
            <a:avLst>
              <a:gd name="adj" fmla="val 23333"/>
            </a:avLst>
          </a:prstGeom>
          <a:solidFill>
            <a:srgbClr val="FF595E"/>
          </a:solidFill>
          <a:ln/>
        </p:spPr>
      </p:sp>
      <p:sp>
        <p:nvSpPr>
          <p:cNvPr id="5" name="Shape 3"/>
          <p:cNvSpPr/>
          <p:nvPr/>
        </p:nvSpPr>
        <p:spPr>
          <a:xfrm>
            <a:off x="1905000" y="7715250"/>
            <a:ext cx="857250" cy="85725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6" name="Shape 4"/>
          <p:cNvSpPr/>
          <p:nvPr/>
        </p:nvSpPr>
        <p:spPr>
          <a:xfrm>
            <a:off x="6088559" y="2733675"/>
            <a:ext cx="6110734" cy="6953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76200" dir="5400000">
              <a:srgbClr val="2A2A4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346820" y="2886075"/>
            <a:ext cx="353844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ln w="9525">
                  <a:solidFill>
                    <a:srgbClr val="C89B1C"/>
                  </a:solidFill>
                </a:ln>
                <a:solidFill>
                  <a:srgbClr val="FFCA3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CIENCIAS SOCIALES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838730" y="2886075"/>
            <a:ext cx="2260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•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0099045" y="2886075"/>
            <a:ext cx="176120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GRADO 2°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203321" y="3771900"/>
            <a:ext cx="7881208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777"/>
              </a:lnSpc>
              <a:buNone/>
            </a:pPr>
            <a:r>
              <a:rPr lang="en-US" sz="75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Símbolos Patrios</a:t>
            </a:r>
            <a:endParaRPr lang="en-US" sz="7500" dirty="0"/>
          </a:p>
        </p:txBody>
      </p:sp>
      <p:sp>
        <p:nvSpPr>
          <p:cNvPr id="11" name="Text 9"/>
          <p:cNvSpPr/>
          <p:nvPr/>
        </p:nvSpPr>
        <p:spPr>
          <a:xfrm>
            <a:off x="6127797" y="5114925"/>
            <a:ext cx="603225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Los símbolos de Colombia 🇨🇴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7810500" y="6029325"/>
            <a:ext cx="2667000" cy="1524000"/>
          </a:xfrm>
          <a:prstGeom prst="roundRect">
            <a:avLst>
              <a:gd name="adj" fmla="val 12500"/>
            </a:avLst>
          </a:prstGeom>
          <a:ln/>
          <a:effectLst>
            <a:outerShdw sx="100000" sy="100000" kx="0" ky="0" algn="bl" rotWithShape="0" blurRad="101600" dist="76200" dir="5400000">
              <a:srgbClr val="2A2A4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810500" y="6029325"/>
            <a:ext cx="2667000" cy="762000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14" name="Shape 12"/>
          <p:cNvSpPr/>
          <p:nvPr/>
        </p:nvSpPr>
        <p:spPr>
          <a:xfrm>
            <a:off x="7810500" y="6791325"/>
            <a:ext cx="2667000" cy="381000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15" name="Shape 13"/>
          <p:cNvSpPr/>
          <p:nvPr/>
        </p:nvSpPr>
        <p:spPr>
          <a:xfrm>
            <a:off x="7810500" y="7172325"/>
            <a:ext cx="2667000" cy="381000"/>
          </a:xfrm>
          <a:prstGeom prst="rect">
            <a:avLst/>
          </a:prstGeom>
          <a:solidFill>
            <a:srgbClr val="CE112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aprenderemos hoy?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952500" y="2371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33500" y="2638425"/>
            <a:ext cx="723900" cy="72390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638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24100" y="2757488"/>
            <a:ext cx="10799356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Conocer los </a:t>
            </a:r>
            <a:pPr algn="l" indent="0" marL="0">
              <a:buNone/>
            </a:pPr>
            <a:r>
              <a:rPr lang="en-US" sz="285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 símbolos patrios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: bandera, escudo e himno.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3895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33500" y="4162425"/>
            <a:ext cx="723900" cy="7239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162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324100" y="4281488"/>
            <a:ext cx="875951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Saber qué significan los </a:t>
            </a:r>
            <a:pPr algn="l" indent="0" marL="0">
              <a:buNone/>
            </a:pPr>
            <a:r>
              <a:rPr lang="en-US" sz="2850" b="1" dirty="0">
                <a:solidFill>
                  <a:srgbClr val="8AC9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colores de la bandera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52500" y="5419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33500" y="5686425"/>
            <a:ext cx="723900" cy="7239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86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324100" y="5805488"/>
            <a:ext cx="10225876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Respetar los símbolos que representan a nuestro país.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52500" y="7172325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Necesitas: cuaderno de sociales, lápiz y colores.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7165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Los símbolos patrios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838450"/>
            <a:ext cx="15106650" cy="1390650"/>
          </a:xfrm>
          <a:prstGeom prst="roundRect">
            <a:avLst>
              <a:gd name="adj" fmla="val 13699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BFDC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2962275"/>
            <a:ext cx="1471612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Los símbolos patrios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representan a nuestro país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, Colombia. Son la bandera, el escudo y el himno.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4610100"/>
            <a:ext cx="3122265" cy="885825"/>
          </a:xfrm>
          <a:prstGeom prst="roundRect">
            <a:avLst>
              <a:gd name="adj" fmla="val 25806"/>
            </a:avLst>
          </a:prstGeom>
          <a:solidFill>
            <a:srgbClr val="FFF9EF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4800600"/>
            <a:ext cx="2530133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🇨🇴 La bandera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341465" y="4610100"/>
            <a:ext cx="2951857" cy="885825"/>
          </a:xfrm>
          <a:prstGeom prst="roundRect">
            <a:avLst>
              <a:gd name="adj" fmla="val 25806"/>
            </a:avLst>
          </a:prstGeom>
          <a:solidFill>
            <a:srgbClr val="FFF9EF"/>
          </a:solidFill>
          <a:ln/>
        </p:spPr>
      </p:sp>
      <p:sp>
        <p:nvSpPr>
          <p:cNvPr id="10" name="Text 8"/>
          <p:cNvSpPr/>
          <p:nvPr/>
        </p:nvSpPr>
        <p:spPr>
          <a:xfrm>
            <a:off x="4684365" y="4800600"/>
            <a:ext cx="2354613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🛡️ El escudo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7560022" y="4610100"/>
            <a:ext cx="2776389" cy="885825"/>
          </a:xfrm>
          <a:prstGeom prst="roundRect">
            <a:avLst>
              <a:gd name="adj" fmla="val 25806"/>
            </a:avLst>
          </a:prstGeom>
          <a:solidFill>
            <a:srgbClr val="FFF9EF"/>
          </a:solidFill>
          <a:ln/>
        </p:spPr>
      </p:sp>
      <p:sp>
        <p:nvSpPr>
          <p:cNvPr id="12" name="Text 10"/>
          <p:cNvSpPr/>
          <p:nvPr/>
        </p:nvSpPr>
        <p:spPr>
          <a:xfrm>
            <a:off x="7902922" y="4800600"/>
            <a:ext cx="217388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🎵 El himno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La bandera 🇨🇴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838450"/>
            <a:ext cx="2667000" cy="1714500"/>
          </a:xfrm>
          <a:prstGeom prst="roundRect">
            <a:avLst>
              <a:gd name="adj" fmla="val 7778"/>
            </a:avLst>
          </a:prstGeom>
          <a:ln/>
          <a:effectLst>
            <a:outerShdw sx="100000" sy="100000" kx="0" ky="0" algn="bl" rotWithShape="0" blurRad="101600" dist="57150" dir="5400000">
              <a:srgbClr val="2A2A4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52500" y="2838450"/>
            <a:ext cx="2667000" cy="857250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7" name="Shape 5"/>
          <p:cNvSpPr/>
          <p:nvPr/>
        </p:nvSpPr>
        <p:spPr>
          <a:xfrm>
            <a:off x="952500" y="3695700"/>
            <a:ext cx="2667000" cy="428625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8" name="Shape 6"/>
          <p:cNvSpPr/>
          <p:nvPr/>
        </p:nvSpPr>
        <p:spPr>
          <a:xfrm>
            <a:off x="952500" y="4124325"/>
            <a:ext cx="2667000" cy="428625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9" name="Shape 7"/>
          <p:cNvSpPr/>
          <p:nvPr/>
        </p:nvSpPr>
        <p:spPr>
          <a:xfrm>
            <a:off x="4038600" y="29146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FFCC00"/>
          </a:solidFill>
          <a:ln/>
        </p:spPr>
      </p:sp>
      <p:sp>
        <p:nvSpPr>
          <p:cNvPr id="10" name="Text 8"/>
          <p:cNvSpPr/>
          <p:nvPr/>
        </p:nvSpPr>
        <p:spPr>
          <a:xfrm>
            <a:off x="4610100" y="2919413"/>
            <a:ext cx="472224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89B1C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Amarillo: </a:t>
            </a:r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las riquezas y el oro.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038600" y="34861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038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10100" y="3490913"/>
            <a:ext cx="346052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Azul: </a:t>
            </a:r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los mares y ríos.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038600" y="40576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CE1126"/>
          </a:solidFill>
          <a:ln/>
        </p:spPr>
      </p:sp>
      <p:sp>
        <p:nvSpPr>
          <p:cNvPr id="14" name="Text 12"/>
          <p:cNvSpPr/>
          <p:nvPr/>
        </p:nvSpPr>
        <p:spPr>
          <a:xfrm>
            <a:off x="4610100" y="4062412"/>
            <a:ext cx="457735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Rojo: </a:t>
            </a:r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 sangre de los héroes.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El escudo y el himno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762250"/>
            <a:ext cx="7572375" cy="1533525"/>
          </a:xfrm>
          <a:prstGeom prst="roundRect">
            <a:avLst>
              <a:gd name="adj" fmla="val 14907"/>
            </a:avLst>
          </a:prstGeom>
          <a:solidFill>
            <a:srgbClr val="E3F0FA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3090863"/>
            <a:ext cx="913209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🛡️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303859" y="3009900"/>
            <a:ext cx="650783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El escudo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303859" y="3381375"/>
            <a:ext cx="6093702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Tiene un cóndor, dos barcos y frutas. Representa nuestra tierra.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810625" y="2762250"/>
            <a:ext cx="7572375" cy="1533525"/>
          </a:xfrm>
          <a:prstGeom prst="roundRect">
            <a:avLst>
              <a:gd name="adj" fmla="val 14907"/>
            </a:avLst>
          </a:prstGeom>
          <a:solidFill>
            <a:srgbClr val="FDE3E4"/>
          </a:solidFill>
          <a:ln/>
        </p:spPr>
      </p:sp>
      <p:sp>
        <p:nvSpPr>
          <p:cNvPr id="10" name="Text 8"/>
          <p:cNvSpPr/>
          <p:nvPr/>
        </p:nvSpPr>
        <p:spPr>
          <a:xfrm>
            <a:off x="9115425" y="3090863"/>
            <a:ext cx="913209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🎵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0161984" y="3009900"/>
            <a:ext cx="650783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El himno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161984" y="3381375"/>
            <a:ext cx="6093702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 la canción de Colombia. Lo cantamos con respeto y de pie.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Respeto mis símbolos patrios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724150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289560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🧍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2042368" y="2976563"/>
            <a:ext cx="677304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Me pongo </a:t>
            </a:r>
            <a:pPr algn="l" indent="0" marL="0">
              <a:buNone/>
            </a:pPr>
            <a:r>
              <a:rPr lang="en-US" sz="255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de pie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cuando suena el himno.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" y="3838575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4010025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🤫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042368" y="4090987"/>
            <a:ext cx="4320168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Guardo </a:t>
            </a:r>
            <a:pPr algn="l" indent="0" marL="0">
              <a:buNone/>
            </a:pPr>
            <a:r>
              <a:rPr lang="en-US" sz="255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silencio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respeto.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52500" y="4953000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12" name="Text 10"/>
          <p:cNvSpPr/>
          <p:nvPr/>
        </p:nvSpPr>
        <p:spPr>
          <a:xfrm>
            <a:off x="1257300" y="5124450"/>
            <a:ext cx="515392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🇨🇴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906042" y="5205413"/>
            <a:ext cx="841556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Cuido la bandera y me siento </a:t>
            </a:r>
            <a:pPr algn="l" indent="0" marL="0">
              <a:buNone/>
            </a:pPr>
            <a:r>
              <a:rPr lang="en-US" sz="255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orgulloso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 mi país.</a:t>
            </a:r>
            <a:endParaRPr lang="en-US" sz="2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6488906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61120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AHORA TÚ · RESUELVE EN TU CUADERNO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1450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¡A practicar!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724150"/>
            <a:ext cx="16268700" cy="1990725"/>
          </a:xfrm>
          <a:prstGeom prst="roundRect">
            <a:avLst>
              <a:gd name="adj" fmla="val 133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2990850"/>
            <a:ext cx="16973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1. Colorea la bandera de Colombia con sus colores y escribe qué significa cada uno.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371600" y="3514725"/>
            <a:ext cx="1943100" cy="933450"/>
          </a:xfrm>
          <a:prstGeom prst="roundRect">
            <a:avLst>
              <a:gd name="adj" fmla="val 8163"/>
            </a:avLst>
          </a:prstGeom>
          <a:ln w="19050">
            <a:solidFill>
              <a:srgbClr val="2A2A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90650" y="3971925"/>
            <a:ext cx="1905000" cy="9525"/>
          </a:xfrm>
          <a:prstGeom prst="rect">
            <a:avLst/>
          </a:prstGeom>
          <a:solidFill>
            <a:srgbClr val="2A2A40"/>
          </a:solidFill>
          <a:ln/>
        </p:spPr>
      </p:sp>
      <p:sp>
        <p:nvSpPr>
          <p:cNvPr id="9" name="Text 7"/>
          <p:cNvSpPr/>
          <p:nvPr/>
        </p:nvSpPr>
        <p:spPr>
          <a:xfrm>
            <a:off x="1485900" y="3533775"/>
            <a:ext cx="18859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amarillo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90650" y="4200525"/>
            <a:ext cx="1905000" cy="9525"/>
          </a:xfrm>
          <a:prstGeom prst="rect">
            <a:avLst/>
          </a:prstGeom>
          <a:solidFill>
            <a:srgbClr val="2A2A40"/>
          </a:solidFill>
          <a:ln/>
        </p:spPr>
      </p:sp>
      <p:sp>
        <p:nvSpPr>
          <p:cNvPr id="11" name="Shape 9"/>
          <p:cNvSpPr/>
          <p:nvPr/>
        </p:nvSpPr>
        <p:spPr>
          <a:xfrm>
            <a:off x="952500" y="5038725"/>
            <a:ext cx="16268700" cy="847725"/>
          </a:xfrm>
          <a:prstGeom prst="roundRect">
            <a:avLst>
              <a:gd name="adj" fmla="val 31461"/>
            </a:avLst>
          </a:prstGeom>
          <a:solidFill>
            <a:srgbClr val="6A4C93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5267325"/>
            <a:ext cx="16973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2. Escribe los </a:t>
            </a:r>
            <a:pPr algn="l" indent="0" marL="0">
              <a:buNone/>
            </a:pPr>
            <a:r>
              <a:rPr lang="en-US" sz="2250" b="1" dirty="0">
                <a:solidFill>
                  <a:srgbClr val="FFCA3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 símbolos patrios </a:t>
            </a:r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 Colombia.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C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522339"/>
            <a:ext cx="2960340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2655689"/>
            <a:ext cx="24776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TERMINAR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3608189"/>
            <a:ext cx="15697200" cy="1965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579"/>
              </a:lnSpc>
              <a:buNone/>
            </a:pPr>
            <a:r>
              <a:rPr lang="en-US" sz="66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Nombra los 3 símbolos patrios y los colores de la bandera.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952500" y="5993011"/>
            <a:ext cx="180213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Levanta la mano y cuéntanos.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52500" y="6964561"/>
            <a:ext cx="6425505" cy="800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7136011"/>
            <a:ext cx="585627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¡Hoy honraste a tu país, Colombia! 🇨🇴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2026-08-11T02:16:38Z</dcterms:created>
  <dcterms:modified xsi:type="dcterms:W3CDTF">2026-08-11T02:16:38Z</dcterms:modified>
</cp:coreProperties>
</file>