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en inglés: Hello! Pregunta detonadora: How is the weather today? Is it sunny or rainy? What clothes do you wear?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Guía 22: Escucha en inglés. Cada palabra con su traducción.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clima (weather) con traducción. Repitan en coro.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ropa (clothes) con traducción.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el clima con la ropa.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y responder por el clima. Practica en coro.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Escriben clima y ropa en inglés. Corrección en coro.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How is the weather today? What do you wear? Felicita: Good job!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595E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265218" y="2867025"/>
            <a:ext cx="5757416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41145" y="3019425"/>
            <a:ext cx="314979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ENGLISH · INGLÉS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62071" y="3019425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22386" y="3019425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209425" y="3905250"/>
            <a:ext cx="986915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707"/>
              </a:lnSpc>
              <a:buNone/>
            </a:pPr>
            <a:r>
              <a:rPr lang="en-US" sz="8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Clothes &amp; Weather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5641241" y="5295900"/>
            <a:ext cx="700551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ropa y el clima en inglés 🌦️👕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060579" y="6210300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1079" y="6324600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☀️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9914" y="6210300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40414" y="6324600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🌧️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39250" y="6210300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29750" y="6324600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☁️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28586" y="6210300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19086" y="6324600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🧥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will we learn today? · ¿Qué aprenderemos?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324100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590800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5908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19388"/>
            <a:ext cx="874642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Nombrar el </a:t>
            </a:r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clima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(weather): sunny, rainy, cloudy.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2500" y="3848100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14800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148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43388"/>
            <a:ext cx="85814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Nombrar la </a:t>
            </a:r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ropa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(clothes): t-shirt, jacket, boots.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5372100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38800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388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767388"/>
            <a:ext cx="999291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Decir qué ropa uso según el clima (escucha y responde).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52500" y="7124700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need · Necesitas: cuaderno de inglés,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The weather · El clima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64795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FF3D6"/>
          </a:solidFill>
          <a:ln/>
        </p:spPr>
      </p:sp>
      <p:sp>
        <p:nvSpPr>
          <p:cNvPr id="6" name="Text 4"/>
          <p:cNvSpPr/>
          <p:nvPr/>
        </p:nvSpPr>
        <p:spPr>
          <a:xfrm>
            <a:off x="909876" y="28765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☀️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09876" y="371475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sunny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09876" y="413385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soleado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929188" y="264795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4886563" y="28765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🌧️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86563" y="371475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rainy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886563" y="413385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lluvioso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905875" y="264795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EEF0F2"/>
          </a:solidFill>
          <a:ln/>
        </p:spPr>
      </p:sp>
      <p:sp>
        <p:nvSpPr>
          <p:cNvPr id="14" name="Text 12"/>
          <p:cNvSpPr/>
          <p:nvPr/>
        </p:nvSpPr>
        <p:spPr>
          <a:xfrm>
            <a:off x="8863251" y="28765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☁️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3251" y="371475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cloudy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863251" y="413385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nublado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882563" y="264795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E9F5D8"/>
          </a:solidFill>
          <a:ln/>
        </p:spPr>
      </p:sp>
      <p:sp>
        <p:nvSpPr>
          <p:cNvPr id="18" name="Text 16"/>
          <p:cNvSpPr/>
          <p:nvPr/>
        </p:nvSpPr>
        <p:spPr>
          <a:xfrm>
            <a:off x="12839938" y="28765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💨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839938" y="371475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windy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839938" y="413385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ventoso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Clothes · La ropa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647950"/>
            <a:ext cx="3786188" cy="1981200"/>
          </a:xfrm>
          <a:prstGeom prst="roundRect">
            <a:avLst>
              <a:gd name="adj" fmla="val 11538"/>
            </a:avLst>
          </a:prstGeom>
          <a:solidFill>
            <a:srgbClr val="FDE3E4"/>
          </a:solidFill>
          <a:ln/>
        </p:spPr>
      </p:sp>
      <p:sp>
        <p:nvSpPr>
          <p:cNvPr id="6" name="Text 4"/>
          <p:cNvSpPr/>
          <p:nvPr/>
        </p:nvSpPr>
        <p:spPr>
          <a:xfrm>
            <a:off x="909876" y="28765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👕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09876" y="3714750"/>
            <a:ext cx="38714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t-shirt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09876" y="41148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camiseta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929188" y="2647950"/>
            <a:ext cx="3786188" cy="1981200"/>
          </a:xfrm>
          <a:prstGeom prst="roundRect">
            <a:avLst>
              <a:gd name="adj" fmla="val 11538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4886563" y="28765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🧥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86563" y="3714750"/>
            <a:ext cx="38714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jacket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886563" y="41148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chaqueta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905875" y="2647950"/>
            <a:ext cx="3786188" cy="1981200"/>
          </a:xfrm>
          <a:prstGeom prst="roundRect">
            <a:avLst>
              <a:gd name="adj" fmla="val 11538"/>
            </a:avLst>
          </a:prstGeom>
          <a:solidFill>
            <a:srgbClr val="E9F5D8"/>
          </a:solidFill>
          <a:ln/>
        </p:spPr>
      </p:sp>
      <p:sp>
        <p:nvSpPr>
          <p:cNvPr id="14" name="Text 12"/>
          <p:cNvSpPr/>
          <p:nvPr/>
        </p:nvSpPr>
        <p:spPr>
          <a:xfrm>
            <a:off x="8863251" y="28765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👢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3251" y="3714750"/>
            <a:ext cx="38714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boots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863251" y="41148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botas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882563" y="2647950"/>
            <a:ext cx="3786188" cy="1981200"/>
          </a:xfrm>
          <a:prstGeom prst="roundRect">
            <a:avLst>
              <a:gd name="adj" fmla="val 11538"/>
            </a:avLst>
          </a:prstGeom>
          <a:solidFill>
            <a:srgbClr val="FFF3D6"/>
          </a:solidFill>
          <a:ln/>
        </p:spPr>
      </p:sp>
      <p:sp>
        <p:nvSpPr>
          <p:cNvPr id="18" name="Text 16"/>
          <p:cNvSpPr/>
          <p:nvPr/>
        </p:nvSpPr>
        <p:spPr>
          <a:xfrm>
            <a:off x="12839938" y="28765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🧢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839938" y="3714750"/>
            <a:ext cx="38714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cap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839938" y="41148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gorra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Weather &amp; clothes · Clima y ropa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6479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3D6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8194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☀️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2900363"/>
            <a:ext cx="1165474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It is sunny </a:t>
            </a:r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I wear a t-shirt and a cap. </a:t>
            </a:r>
            <a:pPr algn="l" indent="0" marL="0">
              <a:buNone/>
            </a:pPr>
            <a:r>
              <a:rPr lang="en-US" sz="24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(Está soleado → camiseta y gorra)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2500" y="376237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E3F0FA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39338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🌧️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014788"/>
            <a:ext cx="109020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It is rainy </a:t>
            </a:r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I wear boots and a jacket. </a:t>
            </a:r>
            <a:pPr algn="l" indent="0" marL="0">
              <a:buNone/>
            </a:pPr>
            <a:r>
              <a:rPr lang="en-US" sz="24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(Lluvioso → botas y chaqueta)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48768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EEF0F2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0482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☁️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129213"/>
            <a:ext cx="824153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It is cloudy </a:t>
            </a:r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I wear a jacket. </a:t>
            </a:r>
            <a:pPr algn="l" indent="0" marL="0">
              <a:buNone/>
            </a:pPr>
            <a:r>
              <a:rPr lang="en-US" sz="24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(Nublado → chaqueta)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How is the weather? · ¿Cómo está el clima?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676525"/>
            <a:ext cx="15659100" cy="2105025"/>
          </a:xfrm>
          <a:prstGeom prst="roundRect">
            <a:avLst>
              <a:gd name="adj" fmla="val 10860"/>
            </a:avLst>
          </a:prstGeom>
          <a:solidFill>
            <a:srgbClr val="FFF9EF"/>
          </a:solidFill>
          <a:ln w="28575">
            <a:solidFill>
              <a:srgbClr val="FFC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0175" y="2990850"/>
            <a:ext cx="1624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— How is the weather today?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400175" y="3562350"/>
            <a:ext cx="1624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— It is sunny! / It is rainy!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400175" y="4133850"/>
            <a:ext cx="162401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(¿Cómo está el clima hoy? — ¡Está soleado! / ¡Está lluvioso!)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380708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0006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NOW YOU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Let's practice! · 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1685925"/>
          </a:xfrm>
          <a:prstGeom prst="roundRect">
            <a:avLst>
              <a:gd name="adj" fmla="val 15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la palabra en inglés: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71600" y="3514725"/>
            <a:ext cx="2903339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3609975"/>
            <a:ext cx="253323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☀️ → ______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4465439" y="3514725"/>
            <a:ext cx="2903339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4694039" y="3609975"/>
            <a:ext cx="253323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🌧️ → ______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7559278" y="3514725"/>
            <a:ext cx="2903339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7787878" y="3609975"/>
            <a:ext cx="253323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👕 → ______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653117" y="3514725"/>
            <a:ext cx="2903339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881717" y="3609975"/>
            <a:ext cx="253323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👢 → ______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52500" y="4733925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962525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Dibuja el clima de hoy y escribe: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«It is ______.»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8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560439"/>
            <a:ext cx="465832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693789"/>
            <a:ext cx="42265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 FINISH · 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646289"/>
            <a:ext cx="15697200" cy="1965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79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How is the weather today? What do you wear?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52500" y="6031111"/>
            <a:ext cx="18021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BFDCF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¿Cómo está el clima hoy? ¿Qué ropa usas?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" y="6974086"/>
            <a:ext cx="4603254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145536"/>
            <a:ext cx="39793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Good job! · ¡Buen trabajo!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2026-08-11T02:16:59Z</dcterms:created>
  <dcterms:modified xsi:type="dcterms:W3CDTF">2026-08-11T02:16:59Z</dcterms:modified>
</cp:coreProperties>
</file>