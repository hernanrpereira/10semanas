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¿qué pasaría si todos botáramos basura al río? ¿Cómo podemos cuidar la naturaleza?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3 de Ciencias Naturales y proyecto PRAE: reconocer la importancia de cuidar el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el medio ambiente y el ecosistema.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3 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colores de las canecas de reciclaje.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Acciones para cuidar el planeta.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clasifican residuos y proponen acciones.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son las 3 R? Da un ejemplo de cómo cuidas el planeta.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Shape 4"/>
          <p:cNvSpPr/>
          <p:nvPr/>
        </p:nvSpPr>
        <p:spPr>
          <a:xfrm>
            <a:off x="5926485" y="2925068"/>
            <a:ext cx="6434882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68539" y="3077468"/>
            <a:ext cx="3895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NATURALES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000804" y="3077468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261119" y="3077468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05913" y="3963293"/>
            <a:ext cx="9276025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7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Cuido mi Planeta 🌍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574889" y="5266283"/>
            <a:ext cx="1113807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medio ambiente y los ecosistemas · Proyecto PRAE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5210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26640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🌳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5210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26640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💧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5210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26640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♻️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52108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266408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🐝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92449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es el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medio ambiente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un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ecosistema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53703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Aprender las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R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reducir, reutilizar y reciclar.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65840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Cuidar el agua, los árboles y los animales de mi entorno.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naturales,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medio ambiente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8860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medio ambiente es todo lo que nos rodea: el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agua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el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aire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las plantas y los animales.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495800"/>
            <a:ext cx="15049500" cy="1371600"/>
          </a:xfrm>
          <a:prstGeom prst="roundRect">
            <a:avLst>
              <a:gd name="adj" fmla="val 16667"/>
            </a:avLst>
          </a:prstGeom>
          <a:solidFill>
            <a:srgbClr val="E9F5D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743450"/>
            <a:ext cx="147161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</a:t>
            </a:r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ecosistema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un lugar donde viven juntos seres vivos y su entorno: un bosque, un río, un jardín.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3 R ♻️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4991100" cy="2181225"/>
          </a:xfrm>
          <a:prstGeom prst="roundRect">
            <a:avLst>
              <a:gd name="adj" fmla="val 10480"/>
            </a:avLst>
          </a:prstGeom>
          <a:solidFill>
            <a:srgbClr val="FDE3E4"/>
          </a:solidFill>
          <a:ln/>
        </p:spPr>
      </p:sp>
      <p:sp>
        <p:nvSpPr>
          <p:cNvPr id="6" name="Text 4"/>
          <p:cNvSpPr/>
          <p:nvPr/>
        </p:nvSpPr>
        <p:spPr>
          <a:xfrm>
            <a:off x="954405" y="3086100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📉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4405" y="3962400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REDUCIR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4405" y="4467225"/>
            <a:ext cx="49872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menos y no desperdiciar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200" y="2838450"/>
            <a:ext cx="4991100" cy="2181225"/>
          </a:xfrm>
          <a:prstGeom prst="roundRect">
            <a:avLst>
              <a:gd name="adj" fmla="val 10480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174105" y="3086100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🔄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174105" y="3962400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REUTILIZAR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174105" y="4467225"/>
            <a:ext cx="49872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volver a usar las cosas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391900" y="2838450"/>
            <a:ext cx="4991100" cy="2181225"/>
          </a:xfrm>
          <a:prstGeom prst="roundRect">
            <a:avLst>
              <a:gd name="adj" fmla="val 10480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11393805" y="3086100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♻️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393805" y="3962400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RECICLAR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393805" y="4467225"/>
            <a:ext cx="49872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separar para hacer cosas nuevas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Las canecas de reciclaje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686050"/>
            <a:ext cx="3686175" cy="1828800"/>
          </a:xfrm>
          <a:prstGeom prst="roundRect">
            <a:avLst>
              <a:gd name="adj" fmla="val 12500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977741" y="2914650"/>
            <a:ext cx="36356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🗑️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77741" y="3676650"/>
            <a:ext cx="3635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VERDE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77741" y="4000500"/>
            <a:ext cx="36356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vidrio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867275" y="2686050"/>
            <a:ext cx="3686175" cy="1828800"/>
          </a:xfrm>
          <a:prstGeom prst="roundRect">
            <a:avLst>
              <a:gd name="adj" fmla="val 12500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516" y="2914650"/>
            <a:ext cx="36356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🗑️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4892516" y="3676650"/>
            <a:ext cx="3635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AZUL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92516" y="4000500"/>
            <a:ext cx="36356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papel y cartón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782050" y="2686050"/>
            <a:ext cx="3686175" cy="1828800"/>
          </a:xfrm>
          <a:prstGeom prst="roundRect">
            <a:avLst>
              <a:gd name="adj" fmla="val 12500"/>
            </a:avLst>
          </a:prstGeom>
          <a:solidFill>
            <a:srgbClr val="FFF3D6"/>
          </a:solidFill>
          <a:ln/>
        </p:spPr>
      </p:sp>
      <p:sp>
        <p:nvSpPr>
          <p:cNvPr id="14" name="Text 12"/>
          <p:cNvSpPr/>
          <p:nvPr/>
        </p:nvSpPr>
        <p:spPr>
          <a:xfrm>
            <a:off x="8807291" y="2914650"/>
            <a:ext cx="36356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🗑️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8807291" y="3676650"/>
            <a:ext cx="3635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AMARILLA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807291" y="4000500"/>
            <a:ext cx="36356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plástico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696825" y="2686050"/>
            <a:ext cx="3686175" cy="1828800"/>
          </a:xfrm>
          <a:prstGeom prst="roundRect">
            <a:avLst>
              <a:gd name="adj" fmla="val 12500"/>
            </a:avLst>
          </a:prstGeom>
          <a:solidFill>
            <a:srgbClr val="FDE3E4"/>
          </a:solidFill>
          <a:ln/>
        </p:spPr>
      </p:sp>
      <p:sp>
        <p:nvSpPr>
          <p:cNvPr id="18" name="Text 16"/>
          <p:cNvSpPr/>
          <p:nvPr/>
        </p:nvSpPr>
        <p:spPr>
          <a:xfrm>
            <a:off x="12722066" y="2914650"/>
            <a:ext cx="36356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🗑️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2722066" y="3676650"/>
            <a:ext cx="36356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GRIS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22066" y="4000500"/>
            <a:ext cx="36356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basura común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Yo cuido mi planeta cuando... 🌍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99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💧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90863"/>
            <a:ext cx="742298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Cierro la llave del agua mientras me cepillo.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9528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124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💡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205288"/>
            <a:ext cx="469572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Apago las luces que no uso.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67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238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🌱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319713"/>
            <a:ext cx="611362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Siembro plantas y cuido los árboles.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618172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3531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🗑️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042368" y="6434138"/>
            <a:ext cx="60299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Boto la basura en su lugar y reciclo.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cuidar el planeta!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657350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¿En qué caneca va cada residuo?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4103638" cy="600075"/>
          </a:xfrm>
          <a:prstGeom prst="roundRect">
            <a:avLst>
              <a:gd name="adj" fmla="val 25397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09975"/>
            <a:ext cx="376954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📰 periódico → ______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665738" y="3514725"/>
            <a:ext cx="5078016" cy="600075"/>
          </a:xfrm>
          <a:prstGeom prst="roundRect">
            <a:avLst>
              <a:gd name="adj" fmla="val 25397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5894338" y="3609975"/>
            <a:ext cx="47731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🍾 botella de vidrio → ______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34254" y="3514725"/>
            <a:ext cx="4634210" cy="600075"/>
          </a:xfrm>
          <a:prstGeom prst="roundRect">
            <a:avLst>
              <a:gd name="adj" fmla="val 25397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62854" y="3609975"/>
            <a:ext cx="431603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🥤 vaso plástico → ______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4705350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9339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acciones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cuidar tu ecosistema cercano.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son las 3 R y cómo cuidas tu planeta?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6259711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56855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fuiste un guardián del planeta!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2026-08-02T00:17:15Z</dcterms:created>
  <dcterms:modified xsi:type="dcterms:W3CDTF">2026-08-02T00:17:15Z</dcterms:modified>
</cp:coreProperties>
</file>