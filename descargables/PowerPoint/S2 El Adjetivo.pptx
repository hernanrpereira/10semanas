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si te digo 'pelota', ¿cómo es tu pelota? Grande, roja, redonda... esas palabras que la describen son adjetivos. Escucha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8 de Lenguaje: usar categorías gramaticales en la producción de textos.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adjetivo. Temporizador de 5 minutos. Da ejemplos orales: pide describir la mesa,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Clases de adjetivos: color, tamaño, cualidad.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adjetivo concuerda con el sustantivo en género y número. Sin usar términos técnicos: 'el adjetivo cambia con la palabra'.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con adjetivos. Ejemplo de una descripción completa. Los niños copian.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subrayan adjetivos y escriben una descripción. Corrección colectiva.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es un adjetivo? Pide que describan un objeto del salón con 2 adjetivos.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6" name="Shape 4"/>
          <p:cNvSpPr/>
          <p:nvPr/>
        </p:nvSpPr>
        <p:spPr>
          <a:xfrm>
            <a:off x="6948785" y="2867025"/>
            <a:ext cx="4390281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93069" y="3019425"/>
            <a:ext cx="1645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ESPAÑOL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978503" y="301942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238818" y="301942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302858" y="3905250"/>
            <a:ext cx="768213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873"/>
              </a:lnSpc>
              <a:buNone/>
            </a:pPr>
            <a:r>
              <a:rPr lang="en-US" sz="11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Adjetivo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4026560" y="5676900"/>
            <a:ext cx="1023488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palabras que describen cómo son las cosas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5263009" y="6591300"/>
            <a:ext cx="2102644" cy="828675"/>
          </a:xfrm>
          <a:prstGeom prst="roundRect">
            <a:avLst>
              <a:gd name="adj" fmla="val 22989"/>
            </a:avLst>
          </a:prstGeom>
          <a:solidFill>
            <a:srgbClr val="FF595E"/>
          </a:solidFill>
          <a:ln/>
        </p:spPr>
      </p:sp>
      <p:sp>
        <p:nvSpPr>
          <p:cNvPr id="13" name="Text 11"/>
          <p:cNvSpPr/>
          <p:nvPr/>
        </p:nvSpPr>
        <p:spPr>
          <a:xfrm>
            <a:off x="5491609" y="6705600"/>
            <a:ext cx="164544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grande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7518053" y="6591300"/>
            <a:ext cx="1401217" cy="828675"/>
          </a:xfrm>
          <a:prstGeom prst="roundRect">
            <a:avLst>
              <a:gd name="adj" fmla="val 22989"/>
            </a:avLst>
          </a:prstGeom>
          <a:solidFill>
            <a:srgbClr val="1982C4"/>
          </a:solidFill>
          <a:ln/>
        </p:spPr>
      </p:sp>
      <p:sp>
        <p:nvSpPr>
          <p:cNvPr id="15" name="Text 13"/>
          <p:cNvSpPr/>
          <p:nvPr/>
        </p:nvSpPr>
        <p:spPr>
          <a:xfrm>
            <a:off x="7746653" y="6705600"/>
            <a:ext cx="94401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rojo</a:t>
            </a:r>
            <a:endParaRPr lang="en-US" sz="3900" dirty="0"/>
          </a:p>
        </p:txBody>
      </p:sp>
      <p:sp>
        <p:nvSpPr>
          <p:cNvPr id="16" name="Shape 14"/>
          <p:cNvSpPr/>
          <p:nvPr/>
        </p:nvSpPr>
        <p:spPr>
          <a:xfrm>
            <a:off x="9071670" y="6591300"/>
            <a:ext cx="1839516" cy="828675"/>
          </a:xfrm>
          <a:prstGeom prst="roundRect">
            <a:avLst>
              <a:gd name="adj" fmla="val 22989"/>
            </a:avLst>
          </a:prstGeom>
          <a:solidFill>
            <a:srgbClr val="8AC926"/>
          </a:solidFill>
          <a:ln/>
        </p:spPr>
      </p:sp>
      <p:sp>
        <p:nvSpPr>
          <p:cNvPr id="17" name="Text 15"/>
          <p:cNvSpPr/>
          <p:nvPr/>
        </p:nvSpPr>
        <p:spPr>
          <a:xfrm>
            <a:off x="9300270" y="6705600"/>
            <a:ext cx="138231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suave</a:t>
            </a:r>
            <a:endParaRPr lang="en-US" sz="3900" dirty="0"/>
          </a:p>
        </p:txBody>
      </p:sp>
      <p:sp>
        <p:nvSpPr>
          <p:cNvPr id="18" name="Shape 16"/>
          <p:cNvSpPr/>
          <p:nvPr/>
        </p:nvSpPr>
        <p:spPr>
          <a:xfrm>
            <a:off x="11063585" y="6591300"/>
            <a:ext cx="1961406" cy="828675"/>
          </a:xfrm>
          <a:prstGeom prst="roundRect">
            <a:avLst>
              <a:gd name="adj" fmla="val 22989"/>
            </a:avLst>
          </a:prstGeom>
          <a:solidFill>
            <a:srgbClr val="6A4C93"/>
          </a:solidFill>
          <a:ln/>
        </p:spPr>
      </p:sp>
      <p:sp>
        <p:nvSpPr>
          <p:cNvPr id="19" name="Text 17"/>
          <p:cNvSpPr/>
          <p:nvPr/>
        </p:nvSpPr>
        <p:spPr>
          <a:xfrm>
            <a:off x="11292185" y="6705600"/>
            <a:ext cx="150420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alegre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784650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es un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adjetivo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para qué sirve.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994625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Reconocer adjetivos de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color, tamaño y forma de ser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10409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adjetivos para describir personas, animales y objetos.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español, lápiz y tu imaginación.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adjetivo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adjetivo es la palabra que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describe al sustantivo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nos dice cómo es o cómo está una persona, animal o cosa.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2637681" cy="809625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10125"/>
            <a:ext cx="214531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highlight>
                  <a:srgbClr val="FFF9EF"/>
                </a:highlight>
                <a:latin typeface="Fredoka" pitchFamily="34" charset="0"/>
                <a:ea typeface="Fredoka" pitchFamily="34" charset="-122"/>
                <a:cs typeface="Fredoka" pitchFamily="34" charset="-120"/>
              </a:rPr>
              <a:t>gato </a:t>
            </a:r>
            <a:pPr algn="l" indent="0" marL="0">
              <a:buNone/>
            </a:pPr>
            <a:r>
              <a:rPr lang="en-US" sz="33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negro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3780681" y="4657725"/>
            <a:ext cx="2875955" cy="809625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066431" y="4810125"/>
            <a:ext cx="239073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highlight>
                  <a:srgbClr val="FFF9EF"/>
                </a:highlight>
                <a:latin typeface="Fredoka" pitchFamily="34" charset="0"/>
                <a:ea typeface="Fredoka" pitchFamily="34" charset="-122"/>
                <a:cs typeface="Fredoka" pitchFamily="34" charset="-120"/>
              </a:rPr>
              <a:t>casa </a:t>
            </a:r>
            <a:pPr algn="l" indent="0" marL="0">
              <a:buNone/>
            </a:pPr>
            <a:r>
              <a:rPr lang="en-US" sz="33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grande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6847136" y="4657725"/>
            <a:ext cx="2688134" cy="809625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886" y="4810125"/>
            <a:ext cx="219727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highlight>
                  <a:srgbClr val="FFF9EF"/>
                </a:highlight>
                <a:latin typeface="Fredoka" pitchFamily="34" charset="0"/>
                <a:ea typeface="Fredoka" pitchFamily="34" charset="-122"/>
                <a:cs typeface="Fredoka" pitchFamily="34" charset="-120"/>
              </a:rPr>
              <a:t>niña </a:t>
            </a:r>
            <a:pPr algn="l" indent="0" marL="0">
              <a:buNone/>
            </a:pPr>
            <a:r>
              <a:rPr lang="en-US" sz="33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alegre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Adjetivos que usamos mucho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4940201" cy="1362075"/>
          </a:xfrm>
          <a:prstGeom prst="roundRect">
            <a:avLst>
              <a:gd name="adj" fmla="val 16783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956950" y="3009900"/>
            <a:ext cx="493130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🎨 COLOR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6950" y="3505200"/>
            <a:ext cx="49313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rojo, azul, verde, amarillo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02251" y="2762250"/>
            <a:ext cx="4940350" cy="1362075"/>
          </a:xfrm>
          <a:prstGeom prst="roundRect">
            <a:avLst>
              <a:gd name="adj" fmla="val 16783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6106693" y="3009900"/>
            <a:ext cx="49314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📏 TAMAÑO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106693" y="3505200"/>
            <a:ext cx="49314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grande, pequeño, alto, bajo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252150" y="2762250"/>
            <a:ext cx="4940350" cy="1362075"/>
          </a:xfrm>
          <a:prstGeom prst="roundRect">
            <a:avLst>
              <a:gd name="adj" fmla="val 16783"/>
            </a:avLst>
          </a:prstGeom>
          <a:solidFill>
            <a:srgbClr val="E9F5D8"/>
          </a:solidFill>
          <a:ln/>
        </p:spPr>
      </p:sp>
      <p:sp>
        <p:nvSpPr>
          <p:cNvPr id="12" name="Text 10"/>
          <p:cNvSpPr/>
          <p:nvPr/>
        </p:nvSpPr>
        <p:spPr>
          <a:xfrm>
            <a:off x="11256593" y="3009900"/>
            <a:ext cx="49314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😊 CÓMO 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256593" y="3505200"/>
            <a:ext cx="49314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alegre, amable, valiente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adjetivo se acomoda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8860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adjetivo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cambia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acompañar bien al sustantivo: en masculino/femenino y en uno/muchos.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495800"/>
            <a:ext cx="7191375" cy="866775"/>
          </a:xfrm>
          <a:prstGeom prst="roundRect">
            <a:avLst>
              <a:gd name="adj" fmla="val 26374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928211" y="4724400"/>
            <a:ext cx="7239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niño alt</a:t>
            </a:r>
            <a:pPr algn="ctr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</a:t>
            </a:r>
            <a:pPr algn="ctr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· niña alt</a:t>
            </a:r>
            <a:pPr algn="ctr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524875" y="4495800"/>
            <a:ext cx="7191375" cy="866775"/>
          </a:xfrm>
          <a:prstGeom prst="roundRect">
            <a:avLst>
              <a:gd name="adj" fmla="val 26374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8500586" y="4724400"/>
            <a:ext cx="7239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gato negr</a:t>
            </a:r>
            <a:pPr algn="ctr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</a:t>
            </a:r>
            <a:pPr algn="ctr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· gatos negr</a:t>
            </a:r>
            <a:pPr algn="ctr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os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Describo con adjetivos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76225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Cópiala y subraya los adjetivos con rojo.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495675"/>
            <a:ext cx="15659100" cy="1809750"/>
          </a:xfrm>
          <a:prstGeom prst="roundRect">
            <a:avLst>
              <a:gd name="adj" fmla="val 12632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0175" y="3829050"/>
            <a:ext cx="1520666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 perro 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grande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peludo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Tiene el pelo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café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unos ojos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brillantes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Es muy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juguetón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cariñoso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01950" cy="2638425"/>
          </a:xfrm>
          <a:prstGeom prst="roundRect">
            <a:avLst>
              <a:gd name="adj" fmla="val 10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0990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Subraya el adjetivo de cada frase: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533775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flor amarilla.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71600" y="4086225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Un elefante enorme.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371600" y="4638675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 amiga simpática.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52500" y="5686425"/>
            <a:ext cx="15601950" cy="904875"/>
          </a:xfrm>
          <a:prstGeom prst="roundRect">
            <a:avLst>
              <a:gd name="adj" fmla="val 29474"/>
            </a:avLst>
          </a:prstGeom>
          <a:solidFill>
            <a:srgbClr val="6A4C9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934075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adjetivos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describan a tu mejor amigo o amiga.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 adjetivo? Describe un objeto con 2 de ellos.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8101757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758280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describiste el mundo con palabras bonitas!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2026-07-26T16:21:06Z</dcterms:created>
  <dcterms:modified xsi:type="dcterms:W3CDTF">2026-07-26T16:21:06Z</dcterms:modified>
</cp:coreProperties>
</file>