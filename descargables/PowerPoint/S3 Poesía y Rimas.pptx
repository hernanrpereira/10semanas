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gato rima con... ¿pato? ¿zapato? ¿casa? ¿Qué palabras suenan parecido al final?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3 de Lenguaje: disfrutar la lectura de textos poéticos y jugar con el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la rima.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poesía corta para copiar y leer con ritmo.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Retahíla y trabalenguas. Léanlos en voz alta y jueguen.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Diferencias entre poesía, retahíla y trabalenguas.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 rima: sol-caracol, mano-gusano, pera-madera. Corrección compartiendo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una rima? Da un ejemplo. Recita el trabalenguas juntos.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1982C4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948785" y="2855119"/>
            <a:ext cx="4390281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93069" y="3007519"/>
            <a:ext cx="1645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ESPAÑOL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78503" y="3007519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38818" y="3007519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14645" y="3893344"/>
            <a:ext cx="7658561" cy="113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8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Poesía y Rimas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2885822" y="5336381"/>
            <a:ext cx="1251635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Rimas, retahílas y trabalenguas · ¡Jugamos con las palabras!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836122" y="622220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26622" y="633650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📜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8444508" y="622220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35008" y="633650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🎵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10052893" y="622220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3393" y="633650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😛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103198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Descubrir qué es una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rima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encontrar palabras que rimen.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796977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poesías, retahílas y trabalenguas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888426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Crear mis propias rimas y disfrutar los sonidos.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español, lápiz y tu mejor voz.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rima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Hay rima cuando dos palabras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terminan con un sonido parecido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086225"/>
            <a:ext cx="2598241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38625"/>
            <a:ext cx="21046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highlight>
                  <a:srgbClr val="FFF9EF"/>
                </a:highlight>
                <a:latin typeface="Fredoka" pitchFamily="34" charset="0"/>
                <a:ea typeface="Fredoka" pitchFamily="34" charset="-122"/>
                <a:cs typeface="Fredoka" pitchFamily="34" charset="-120"/>
              </a:rPr>
              <a:t>gato — pa</a:t>
            </a:r>
            <a:pPr algn="l" indent="0" marL="0">
              <a:buNone/>
            </a:pPr>
            <a:r>
              <a:rPr lang="en-US" sz="30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779341" y="4086225"/>
            <a:ext cx="2547045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065091" y="4238625"/>
            <a:ext cx="20519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flor — amor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554986" y="4086225"/>
            <a:ext cx="2593479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6840736" y="4238625"/>
            <a:ext cx="20997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luna — cuna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77065" y="4086225"/>
            <a:ext cx="3352800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9662815" y="4238625"/>
            <a:ext cx="28818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ratón — corazón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645586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60780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 Y COPIA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Una poesía: «La luna»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14344650" cy="3310533"/>
          </a:xfrm>
          <a:prstGeom prst="roundRect">
            <a:avLst>
              <a:gd name="adj" fmla="val 6905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7325" y="2790825"/>
            <a:ext cx="13735050" cy="2719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luna sale en la noche, brilla como un gran </a:t>
            </a:r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broche </a:t>
            </a:r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 Ilumina el cielo azul, y en el mar pone su </a:t>
            </a:r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luz</a:t>
            </a:r>
            <a:pPr algn="l" indent="0" marL="0">
              <a:lnSpc>
                <a:spcPct val="132830"/>
              </a:lnSpc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6053733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Fíjate: noche rima con broche · azul rima con luz.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573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Retahílas y trabalenguas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524125"/>
            <a:ext cx="7572375" cy="2209800"/>
          </a:xfrm>
          <a:prstGeom prst="roundRect">
            <a:avLst>
              <a:gd name="adj" fmla="val 10345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752725"/>
            <a:ext cx="765905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🎵 RETAHÍLA (se dice de corrido)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57300" y="3219450"/>
            <a:ext cx="71716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Una, dola, tela, catola, quila, quileta, estaba la reina en su gabinete.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810625" y="2524125"/>
            <a:ext cx="7572375" cy="2209800"/>
          </a:xfrm>
          <a:prstGeom prst="roundRect">
            <a:avLst>
              <a:gd name="adj" fmla="val 10345"/>
            </a:avLst>
          </a:prstGeom>
          <a:solidFill>
            <a:srgbClr val="FDE3E4"/>
          </a:solidFill>
          <a:ln/>
        </p:spPr>
      </p:sp>
      <p:sp>
        <p:nvSpPr>
          <p:cNvPr id="9" name="Text 7"/>
          <p:cNvSpPr/>
          <p:nvPr/>
        </p:nvSpPr>
        <p:spPr>
          <a:xfrm>
            <a:off x="9115425" y="2752725"/>
            <a:ext cx="765905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😛 TRABALENGUAS (difícil de decir)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15425" y="3219450"/>
            <a:ext cx="71716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Tres tristes tigres tragaban trigo en un trigal.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Cada texto es especial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📜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2976563"/>
            <a:ext cx="97542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Poesía: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versos bonitos que riman y expresan sentimientos.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385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100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🎵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090987"/>
            <a:ext cx="85902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Retahíla: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versos que se dicen de corrido, para jugar.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530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244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😛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05413"/>
            <a:ext cx="84838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Trabalenguas: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frases difíciles de pronunciar rápido.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jugar con las palabras!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8592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una palabra que rime: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3209330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0" y="3609975"/>
            <a:ext cx="28103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sol → ______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4733330" y="3514725"/>
            <a:ext cx="3632746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980980" y="3609975"/>
            <a:ext cx="32464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mano → ______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8518475" y="3514725"/>
            <a:ext cx="3470672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8766125" y="3609975"/>
            <a:ext cx="307949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pera → ______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52500" y="47339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9625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Inventa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versos que rimen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sobre tu animal favorito.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5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una rima? Dinos un ejemplo.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9D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comparte dos palabras que rimen.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720417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665829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jugaste con la magia de las palabras!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2026-08-02T00:16:24Z</dcterms:created>
  <dcterms:modified xsi:type="dcterms:W3CDTF">2026-08-02T00:16:24Z</dcterms:modified>
</cp:coreProperties>
</file>