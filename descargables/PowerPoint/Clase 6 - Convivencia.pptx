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Saluda. Pregunta detonadora: imagina un salón donde nadie respeta ninguna regla: todos gritan, nadie pide permiso, nadie espera turno. ¿Cómo sería? ¿Podríamos aprender? Escucha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6 y 8 de Sociales: reconocer normas y acuerdos que permiten la convivencia.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norma de convivencia. Temporizador de 5 minutos. Explica: una norma es un acuerdo para vivir bien con los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Normas en la casa. Pide ejemplos antes: ¿qué reglas tienen en su casa?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Normas en la escuela. Relaciónalas con las reglas del propio salón.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manual de convivencia. Muestra el manual real del colegio si lo tienes.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clasifican acciones en correcta/incorrecta y escriben 3 normas del salón acordadas entre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¿por qué son importantes las normas de convivencia? Pide varias respuestas.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7F5D00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6" name="Shape 4"/>
          <p:cNvSpPr/>
          <p:nvPr/>
        </p:nvSpPr>
        <p:spPr>
          <a:xfrm>
            <a:off x="6088559" y="2271713"/>
            <a:ext cx="6110734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46820" y="2424113"/>
            <a:ext cx="353844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SOCIALES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38730" y="242411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099045" y="242411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38792" y="3309938"/>
            <a:ext cx="5810417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42"/>
              </a:lnSpc>
              <a:buNone/>
            </a:pPr>
            <a:r>
              <a:rPr lang="en-US" sz="82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Normas de convivencia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5073982" y="5853113"/>
            <a:ext cx="814003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Vivir juntos en la casa y en la escuela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5834658" y="6767513"/>
            <a:ext cx="1417141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2308" y="6900863"/>
            <a:ext cx="921841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🏠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480399" y="6767513"/>
            <a:ext cx="1489472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8049" y="6900863"/>
            <a:ext cx="994172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🏫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198471" y="67675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46121" y="69008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940207" y="67675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187857" y="69008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❤️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350467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qué son las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normas de convivencia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por qué son importantes.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01823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normas de la </a:t>
            </a:r>
            <a:pPr algn="l" indent="0" marL="0">
              <a:buNone/>
            </a:pPr>
            <a:r>
              <a:rPr lang="en-US" sz="28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casa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de la </a:t>
            </a:r>
            <a:pPr algn="l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escuela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95214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es el </a:t>
            </a:r>
            <a:pPr algn="l" indent="0" marL="0">
              <a:buNone/>
            </a:pPr>
            <a:r>
              <a:rPr lang="en-US" sz="28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de convivencia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colegio.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sociales, lápiz y buena actitud.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una norma de convivencia?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norma de convivencia es un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acuerdo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nos ayuda a vivir juntos con respeto, sin hacernos daño y siendo felices.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15049500" cy="971550"/>
          </a:xfrm>
          <a:prstGeom prst="roundRect">
            <a:avLst>
              <a:gd name="adj" fmla="val 23529"/>
            </a:avLst>
          </a:prstGeom>
          <a:solidFill>
            <a:srgbClr val="25300C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2442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normas nos dan </a:t>
            </a:r>
            <a:pPr algn="l" indent="0" marL="0">
              <a:buNone/>
            </a:pPr>
            <a:r>
              <a:rPr lang="en-US" sz="2550" b="1" dirty="0">
                <a:solidFill>
                  <a:srgbClr val="B0E26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orden, seguridad y respeto</a:t>
            </a:r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¡Todos vivimos mejor cuando las cumplimos!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Normas en la casa 🏠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1242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🛏️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190875"/>
            <a:ext cx="727318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Ordeno mi cuarto y guardo mis juguetes.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410527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2957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🍽️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362450"/>
            <a:ext cx="622134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 lavo las manos antes de comer.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27685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467350"/>
            <a:ext cx="60751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🗣️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98166" y="5534025"/>
            <a:ext cx="877425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Hablo con respeto y digo «por favor» y «gracias».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644842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6389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042368" y="6705600"/>
            <a:ext cx="550690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Ayudo en las tareas de la casa.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Normas en la escuela 🏫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124200"/>
            <a:ext cx="54872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✋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939379" y="3190875"/>
            <a:ext cx="846287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Levanto la mano para hablar y espero mi turno.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410527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295775"/>
            <a:ext cx="5048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👂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895475" y="4362450"/>
            <a:ext cx="942320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Escucho con atención a mi profe y a mis compañeros.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27685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4673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🧹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534025"/>
            <a:ext cx="87020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Cuido los materiales y mantengo limpio el salón.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644842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6389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😊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042368" y="6705600"/>
            <a:ext cx="705332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Trato bien a todos y no uso la violencia.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manual de convivencia 📖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manual de convivencia es el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libro de acuerdos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nuestro colegio. Ahí están escritas todas las normas que ayudan a que todos vivamos bien y en paz.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619625"/>
            <a:ext cx="15049500" cy="971550"/>
          </a:xfrm>
          <a:prstGeom prst="roundRect">
            <a:avLst>
              <a:gd name="adj" fmla="val 23529"/>
            </a:avLst>
          </a:prstGeom>
          <a:solidFill>
            <a:srgbClr val="1F2223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88632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cumplimos el manual, la escuela es un lugar </a:t>
            </a:r>
            <a:pPr algn="l" indent="0" marL="0">
              <a:buNone/>
            </a:pPr>
            <a:r>
              <a:rPr lang="en-US" sz="25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seguro, feliz y justo </a:t>
            </a:r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todos.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25700" cy="3228975"/>
          </a:xfrm>
          <a:prstGeom prst="roundRect">
            <a:avLst>
              <a:gd name="adj" fmla="val 826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76600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✔ si la acción es correcta o ✘ si es incorrecta: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838575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a) Espero mi turno para hablar. ___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4362450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b) Le pego a mi compañero cuando me molesta. ___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886325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c) Guardo mis juguetes después de jugar. ___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5410200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d) Grito en clase sin pedir permiso. ___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543675"/>
            <a:ext cx="15125700" cy="1047750"/>
          </a:xfrm>
          <a:prstGeom prst="roundRect">
            <a:avLst>
              <a:gd name="adj" fmla="val 25455"/>
            </a:avLst>
          </a:prstGeom>
          <a:solidFill>
            <a:srgbClr val="553D7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684847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normas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te gustaría que todos cumplamos en nuestro salón.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6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¿Por qué son importantes las normas de convivencia?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D0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 con tus palabras.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7403753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68638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aprendiste a convivir mejor con todos!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2026-07-21T12:01:36Z</dcterms:created>
  <dcterms:modified xsi:type="dcterms:W3CDTF">2026-07-21T12:01:36Z</dcterms:modified>
</cp:coreProperties>
</file>