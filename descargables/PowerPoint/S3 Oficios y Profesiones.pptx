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¿en qué trabajan las personas de tu familia? ¿Qué oficios ves en tu barrio?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5 de Ciencias Sociales: reconocer las actividades económicas de su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una actividad económica.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Profesiones comunes.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Oficios comunes.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trabajos son importantes.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relacionan trabajador con su tarea.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un oficio y una profesión. ¿Por qué son importantes?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982C4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088559" y="2950815"/>
            <a:ext cx="6110734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6820" y="3103215"/>
            <a:ext cx="35384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ln w="9525">
                  <a:solidFill>
                    <a:srgbClr val="C89B1C"/>
                  </a:solidFill>
                </a:ln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SOCIALES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38730" y="310321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9045" y="310321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764740" y="3989040"/>
            <a:ext cx="8758371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355"/>
              </a:lnSpc>
              <a:buNone/>
            </a:pPr>
            <a:r>
              <a:rPr lang="en-US" sz="66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Oficios y Profesiones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630443" y="5211961"/>
            <a:ext cx="70269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trabajo de mi comunidad 👷‍♀️👨‍🌾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👩‍⚕️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👨‍🌾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👷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👩‍🏫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95765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los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oficios y profesiones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mi comunidad.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06978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hace cada trabajador y por qué es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importante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2695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Valorar todos los trabajos que ayudan a la comunidad.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sociales,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trabajo en mi comunidad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8003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241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personas trabajan en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oficios y profesiones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ganar dinero y ayudar a los demás.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572000"/>
            <a:ext cx="15049500" cy="137160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19650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profesión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estudia en la universidad (médico); un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oficio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aprende con la práctica (panadero).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Profesiones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👩‍⚕️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Médico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9876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cura enfermos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29188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👩‍🏫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Profesor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86563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enseña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05875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👷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Ingeniero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863251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construye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82563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👮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Policía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839938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cuida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Oficios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👨‍🌾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Agricultor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9876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cultiva alimentos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29188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👨‍🍳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Panadero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86563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hace pan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05875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🧑‍🔧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Mecánico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863251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arregla carros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82563" y="2476500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9E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7051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💇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543300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Peluquero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839938" y="3914775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corta el cabello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Todos los trabajos importan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🍞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2976563"/>
            <a:ext cx="76796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agricultor y el panadero nos dan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alimentos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385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100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🏥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090987"/>
            <a:ext cx="755378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médico y la enfermera nos cuidan la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salud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530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244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05413"/>
            <a:ext cx="597692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Todos los trabajos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merecen respeto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57350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qué hace cada trabajador: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4198144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09975"/>
            <a:ext cx="386688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👨‍🌾 agricultor → ______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60244" y="3514725"/>
            <a:ext cx="3807023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5988844" y="3609975"/>
            <a:ext cx="34640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👩‍⚕️ médico → ______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757767" y="3514725"/>
            <a:ext cx="4009727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9986367" y="3609975"/>
            <a:ext cx="367281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👩‍🏫 profesor → ______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470535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9339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el trabajo que te gustaría tener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seas grande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C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un oficio y una profesión. ¿Por qué importan?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7301359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67584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conociste el trabajo de tu comunidad!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2026-08-02T00:17:36Z</dcterms:created>
  <dcterms:modified xsi:type="dcterms:W3CDTF">2026-08-02T00:17:36Z</dcterms:modified>
</cp:coreProperties>
</file>