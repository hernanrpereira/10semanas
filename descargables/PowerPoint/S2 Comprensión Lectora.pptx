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cuando lees un cuento, ¿cómo sabes de qué se trata? ¿En qué te fijas?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6 de Lenguaje: comprender textos leídos identificando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3 pasos para comprender.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preguntas clave.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texto en voz alta con los niños. Luego que lo copien. Este es el texto que usaremos para las preguntas.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principal. Explica: es lo más importante del texto, de qué se trata en una frase.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Con base en el texto del paseo de Lucía. Respuestas: Lucía y Max / al parque / el sábado / una pelota roja. Corrección colectiva.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preguntas nos ayudan a entender un texto? Repasa quién, qué, dónde, cuándo.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CA3A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948785" y="2162175"/>
            <a:ext cx="4390281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93069" y="2314575"/>
            <a:ext cx="1645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ESPAÑOL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978503" y="231457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238818" y="231457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696750" y="3200400"/>
            <a:ext cx="6894351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97"/>
              </a:lnSpc>
              <a:buNone/>
            </a:pPr>
            <a:r>
              <a:rPr lang="en-US" sz="9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Comprensión Lectora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5711636" y="5943600"/>
            <a:ext cx="686472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Leer y entender textos cortos 📖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757541" y="6858000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8041" y="6972300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📖</a:t>
            </a:r>
            <a:endParaRPr lang="en-US" sz="5700" dirty="0"/>
          </a:p>
        </p:txBody>
      </p:sp>
      <p:sp>
        <p:nvSpPr>
          <p:cNvPr id="14" name="Shape 12"/>
          <p:cNvSpPr/>
          <p:nvPr/>
        </p:nvSpPr>
        <p:spPr>
          <a:xfrm>
            <a:off x="8418314" y="6858000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08814" y="6972300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🤔</a:t>
            </a:r>
            <a:endParaRPr lang="en-US" sz="5700" dirty="0"/>
          </a:p>
        </p:txBody>
      </p:sp>
      <p:sp>
        <p:nvSpPr>
          <p:cNvPr id="16" name="Shape 14"/>
          <p:cNvSpPr/>
          <p:nvPr/>
        </p:nvSpPr>
        <p:spPr>
          <a:xfrm>
            <a:off x="10079087" y="6858000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69587" y="6972300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💡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620268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Leer un texto corto con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atención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950325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Responder preguntas: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quién, qué, dónde y cuándo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687291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Encontrar la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idea principal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texto.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español, lápiz y muchas ganas de leer.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Pasos para comprender un texto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647700" cy="6477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622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850" y="2852738"/>
            <a:ext cx="1116672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Antes: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miro el título y las imágenes para adivinar de qué trata.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3600450"/>
            <a:ext cx="647700" cy="6477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004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47850" y="3690937"/>
            <a:ext cx="1070014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Durante: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leo despacio y con atención, sin saltarme palabras.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4438650"/>
            <a:ext cx="647700" cy="6477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386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850" y="4529138"/>
            <a:ext cx="9848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Después: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pienso qué entendí y respondo las preguntas.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preguntas detective 🔍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7277100" cy="923925"/>
          </a:xfrm>
          <a:prstGeom prst="roundRect">
            <a:avLst>
              <a:gd name="adj" fmla="val 22680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48000"/>
            <a:ext cx="166657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¿Quién?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962870" y="3105150"/>
            <a:ext cx="213773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personajes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439150" y="2838450"/>
            <a:ext cx="7277100" cy="923925"/>
          </a:xfrm>
          <a:prstGeom prst="roundRect">
            <a:avLst>
              <a:gd name="adj" fmla="val 22680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8743950" y="3048000"/>
            <a:ext cx="125610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¿Qué?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114359" y="3105150"/>
            <a:ext cx="17201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 que pasó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3971925"/>
            <a:ext cx="7277100" cy="923925"/>
          </a:xfrm>
          <a:prstGeom prst="roundRect">
            <a:avLst>
              <a:gd name="adj" fmla="val 22680"/>
            </a:avLst>
          </a:prstGeom>
          <a:solidFill>
            <a:srgbClr val="E9F5D8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4181475"/>
            <a:ext cx="1773644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¿Dónde?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060204" y="4238625"/>
            <a:ext cx="112439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lugar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439150" y="3971925"/>
            <a:ext cx="7277100" cy="923925"/>
          </a:xfrm>
          <a:prstGeom prst="roundRect">
            <a:avLst>
              <a:gd name="adj" fmla="val 22680"/>
            </a:avLst>
          </a:prstGeom>
          <a:solidFill>
            <a:srgbClr val="F1EAFB"/>
          </a:solidFill>
          <a:ln/>
        </p:spPr>
      </p:sp>
      <p:sp>
        <p:nvSpPr>
          <p:cNvPr id="15" name="Text 13"/>
          <p:cNvSpPr/>
          <p:nvPr/>
        </p:nvSpPr>
        <p:spPr>
          <a:xfrm>
            <a:off x="8743950" y="4181475"/>
            <a:ext cx="203148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¿Cuándo?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0781258" y="4238625"/>
            <a:ext cx="17792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momento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5586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0780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 Y COPIA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7640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paseo de Lucía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09850"/>
            <a:ext cx="15659100" cy="2349550"/>
          </a:xfrm>
          <a:prstGeom prst="roundRect">
            <a:avLst>
              <a:gd name="adj" fmla="val 9730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2943225"/>
            <a:ext cx="15206662" cy="172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90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sábado, Lucía fue al parque con su perro Max. Corrieron juntos por el pasto verde y jugaron con una pelota roja. Al final, Lucía le dio agua fresca a Max. Los dos volvieron felices a casa.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idea principal 💡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idea principal 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 más importante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texto: de qué se trata, dicho en una sola frase.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572000"/>
            <a:ext cx="15049500" cy="933450"/>
          </a:xfrm>
          <a:prstGeom prst="roundRect">
            <a:avLst>
              <a:gd name="adj" fmla="val 24490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81965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Idea principal del texto: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«Lucía pasó un día feliz en el parque con su perro Max».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Responde sobre «El paseo de Lucía»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01950" cy="2781300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09900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a)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¿Quiénes fueron al parque?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71600" y="3600450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b)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¿A dónde fueron?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71600" y="4191000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c)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¿Cuándo fue el paseo?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71600" y="4781550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d)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¿Con qué jugaron?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5829300"/>
            <a:ext cx="15601950" cy="904875"/>
          </a:xfrm>
          <a:prstGeom prst="roundRect">
            <a:avLst>
              <a:gd name="adj" fmla="val 29474"/>
            </a:avLst>
          </a:prstGeom>
          <a:solidFill>
            <a:srgbClr val="6A4C9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6076950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Reto: escribe con tus palabras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idea principal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texto.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5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preguntas nos ayudan a entender un texto?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9D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nómbralas.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7249120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670459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leíste como un detective de historias!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2026-07-26T16:20:50Z</dcterms:created>
  <dcterms:modified xsi:type="dcterms:W3CDTF">2026-07-26T16:20:50Z</dcterms:modified>
</cp:coreProperties>
</file>