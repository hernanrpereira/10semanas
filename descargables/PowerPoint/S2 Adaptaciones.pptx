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¿por qué el pez tiene aletas y el pájaro alas? ¿Por qué el oso polar tiene mucho pelo?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3 de Ciencias Naturales: comprender que los seres vivos tienen características que les permiten vivir en su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una adaptación. Temporizador de 5 minutos. Explica: es lo que ayuda al animal a vivir bien donde vive.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cubiertas del cuerpo.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se desplazan los animales.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adaptaciones ayudan a sobrevivir. Ejemplos de adaptaciones especiales.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 cubierta: gato-pelo, gallina-plumas, pez-escamas, caracol-concha. Desplazamiento: águila-vuela, serpiente-repta. Corrección colectiva.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es una adaptación? Nombra una cubierta y una forma de desplazarse.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CA3A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Shape 4"/>
          <p:cNvSpPr/>
          <p:nvPr/>
        </p:nvSpPr>
        <p:spPr>
          <a:xfrm>
            <a:off x="5926485" y="2305050"/>
            <a:ext cx="6434882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68539" y="2457450"/>
            <a:ext cx="38950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NATURALES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000804" y="245745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261119" y="245745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850417" y="3343275"/>
            <a:ext cx="8587166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42"/>
              </a:lnSpc>
              <a:buNone/>
            </a:pPr>
            <a:r>
              <a:rPr lang="en-US" sz="8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Adaptaciones de los animales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4773737" y="5886450"/>
            <a:ext cx="874052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Cubiertas del cuerpo y cómo se desplazan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77227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88657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🐟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77227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88657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🦅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77227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88657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🐻‍❄️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77227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88657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🐢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61484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qué es una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adaptación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122188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las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cubiertas del cuerpo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pelo, plumas, escamas, concha.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167177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Descubrir cómo se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desplazan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caminan, vuelan, nadan, reptan.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naturales,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una adaptación?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adaptación es una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característica del cuerpo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ayuda al animal a vivir bien en su ambiente.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15049500" cy="1000125"/>
          </a:xfrm>
          <a:prstGeom prst="roundRect">
            <a:avLst>
              <a:gd name="adj" fmla="val 22857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24425"/>
            <a:ext cx="157162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Ejemplo: el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oso polar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tiene mucho pelo grueso para no sentir frío en la nieve. ❄️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cubiertas del cuerpo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🐕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Pelo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09876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perro, gato, león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29188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🦜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Plumas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86563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pájaro, gallina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05875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🐟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Escamas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863251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pez, serpiente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82563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🐢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Concha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39938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tortuga, caracol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¿Cómo se desplazan?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🐕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Caminan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09876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sus patas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29188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🦅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Vuelan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86563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sus alas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05875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🐠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Nadan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863251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sus aletas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82563" y="249555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9EF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72415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🐍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56235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Reptan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39938" y="398145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arrastran el cuerpo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Adaptaciones sorprendentes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4763750" cy="1000125"/>
          </a:xfrm>
          <a:prstGeom prst="roundRect">
            <a:avLst>
              <a:gd name="adj" fmla="val 2095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33700"/>
            <a:ext cx="70395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🐫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94607" y="3057525"/>
            <a:ext cx="974849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</a:t>
            </a:r>
            <a:pPr algn="l" indent="0" marL="0">
              <a:buNone/>
            </a:pPr>
            <a:r>
              <a:rPr lang="en-US" sz="24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camello 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guarda grasa en su joroba para vivir en el desierto.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3933825"/>
            <a:ext cx="14763750" cy="1000125"/>
          </a:xfrm>
          <a:prstGeom prst="roundRect">
            <a:avLst>
              <a:gd name="adj" fmla="val 2095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105275"/>
            <a:ext cx="70395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🦆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94607" y="4229100"/>
            <a:ext cx="847040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</a:t>
            </a:r>
            <a:pPr algn="l" indent="0" marL="0">
              <a:buNone/>
            </a:pPr>
            <a:r>
              <a:rPr lang="en-US" sz="24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pato 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tiene patas con membranas para nadar mejor.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5105400"/>
            <a:ext cx="14763750" cy="1000125"/>
          </a:xfrm>
          <a:prstGeom prst="roundRect">
            <a:avLst>
              <a:gd name="adj" fmla="val 2095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276850"/>
            <a:ext cx="70395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🐢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94607" y="5400675"/>
            <a:ext cx="91444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</a:t>
            </a:r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tortuga 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esconde en su concha dura para protegerse.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01950" cy="2133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0990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qué cubierta tiene cada animal: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597200" y="353377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🐈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597200" y="427672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288137" y="353377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🐔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88137" y="427672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79075" y="353377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🐟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979075" y="427672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670012" y="353377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🐌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3670012" y="427672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5181600"/>
            <a:ext cx="15601950" cy="904875"/>
          </a:xfrm>
          <a:prstGeom prst="roundRect">
            <a:avLst>
              <a:gd name="adj" fmla="val 29474"/>
            </a:avLst>
          </a:prstGeom>
          <a:solidFill>
            <a:srgbClr val="6A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429250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¿Cómo se desplaza el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águila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? ¿Y la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serpiente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C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2247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35597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88097"/>
            <a:ext cx="15697200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una adaptación? Da un ejemplo de cubierta y de movimiento.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606072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F5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32278"/>
            <a:ext cx="8586341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03728"/>
            <a:ext cx="808193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descubriste los superpoderes de los animales!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2026-07-26T16:21:23Z</dcterms:created>
  <dcterms:modified xsi:type="dcterms:W3CDTF">2026-07-26T16:21:23Z</dcterms:modified>
</cp:coreProperties>
</file>