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Saluda. Pregunta detonadora: Juan prometió cuidar la planta del salón, pero se le olvidó regarla una semana. ¿Qué pasó con la planta? ¿Juan fue responsable? Escucha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Componente: Juicio y razonamiento moral. Hoy aprendemos a cumplir nuestros deberes.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de responsabilidad. Temporizador de 5 minutos. Explica con ejemplos cercanos: hacer la tarea, cuidar la mascota.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Deberes en casa. Pide ejemplos antes.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Deberes en el colegio. Relaciónalos con la vida diaria del salón.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Consecuencias: qué pasa cuando cumplo y cuando no cumplo. Reflexiona con el ejemplo de la planta de Juan.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Los niños marcan acciones responsables y escriben 3 compromisos personales. Corrección: comparten compromisos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¿por qué es importante ser responsable? Pide varias respuestas.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1500" y="-1143000"/>
            <a:ext cx="3619500" cy="361950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7620000"/>
            <a:ext cx="4000500" cy="40005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4" name="Shape 2"/>
          <p:cNvSpPr/>
          <p:nvPr/>
        </p:nvSpPr>
        <p:spPr>
          <a:xfrm rot="-900000">
            <a:off x="1905000" y="1333500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6EA11E"/>
          </a:solidFill>
          <a:ln/>
        </p:spPr>
      </p:sp>
      <p:sp>
        <p:nvSpPr>
          <p:cNvPr id="5" name="Shape 3"/>
          <p:cNvSpPr/>
          <p:nvPr/>
        </p:nvSpPr>
        <p:spPr>
          <a:xfrm>
            <a:off x="15335250" y="7715250"/>
            <a:ext cx="857250" cy="857250"/>
          </a:xfrm>
          <a:prstGeom prst="ellipse">
            <a:avLst/>
          </a:prstGeom>
          <a:solidFill>
            <a:srgbClr val="14689D"/>
          </a:solidFill>
          <a:ln/>
        </p:spPr>
      </p:sp>
      <p:sp>
        <p:nvSpPr>
          <p:cNvPr id="6" name="Shape 4"/>
          <p:cNvSpPr/>
          <p:nvPr/>
        </p:nvSpPr>
        <p:spPr>
          <a:xfrm>
            <a:off x="6270575" y="2767013"/>
            <a:ext cx="5746700" cy="69532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76200" dir="5400000">
              <a:srgbClr val="2222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47039" y="2919413"/>
            <a:ext cx="313801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ÉTICA Y VALORES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56713" y="2919413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917028" y="2919413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254335" y="3805237"/>
            <a:ext cx="11779329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278"/>
              </a:lnSpc>
              <a:buNone/>
            </a:pPr>
            <a:r>
              <a:rPr lang="en-US" sz="97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Responsabilidad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5504215" y="5386388"/>
            <a:ext cx="727957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Mis deberes en casa y en el colegio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5810696" y="6272213"/>
            <a:ext cx="1441252" cy="1247775"/>
          </a:xfrm>
          <a:prstGeom prst="roundRect">
            <a:avLst>
              <a:gd name="adj" fmla="val 2137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58346" y="6405563"/>
            <a:ext cx="945952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📚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480548" y="6272213"/>
            <a:ext cx="1513136" cy="1247775"/>
          </a:xfrm>
          <a:prstGeom prst="roundRect">
            <a:avLst>
              <a:gd name="adj" fmla="val 2137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28198" y="6405563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🧹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222284" y="6272213"/>
            <a:ext cx="1513136" cy="1247775"/>
          </a:xfrm>
          <a:prstGeom prst="roundRect">
            <a:avLst>
              <a:gd name="adj" fmla="val 2137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69934" y="6405563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⏰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964019" y="6272213"/>
            <a:ext cx="1513136" cy="1247775"/>
          </a:xfrm>
          <a:prstGeom prst="roundRect">
            <a:avLst>
              <a:gd name="adj" fmla="val 2137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211669" y="6405563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✅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62540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Entender qué es ser </a:t>
            </a:r>
            <a:pPr algn="l" indent="0" marL="0">
              <a:buNone/>
            </a:pPr>
            <a:r>
              <a:rPr lang="en-US" sz="28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responsable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833354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Conocer mis </a:t>
            </a:r>
            <a:pPr algn="l" indent="0" marL="0">
              <a:buNone/>
            </a:pPr>
            <a:r>
              <a:rPr lang="en-US" sz="2850" b="1" dirty="0">
                <a:solidFill>
                  <a:srgbClr val="A3DC4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deberes 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casa y en el colegio.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1022947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Pensar por qué es importante </a:t>
            </a:r>
            <a:pPr algn="l" indent="0" marL="0">
              <a:buNone/>
            </a:pPr>
            <a:r>
              <a:rPr lang="en-US" sz="28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cumplir lo que prometo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ética, lápiz y ganas de crecer.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es la responsabilidad?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86075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009900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Ser responsable es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cumplir con mis deberes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hacerme cargo de lo que me toca, aunque nadie me esté mirando.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657725"/>
            <a:ext cx="15049500" cy="971550"/>
          </a:xfrm>
          <a:prstGeom prst="roundRect">
            <a:avLst>
              <a:gd name="adj" fmla="val 23529"/>
            </a:avLst>
          </a:prstGeom>
          <a:solidFill>
            <a:srgbClr val="25300C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924425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Una persona responsable es en la que todos pueden </a:t>
            </a:r>
            <a:pPr algn="l" indent="0" marL="0">
              <a:buNone/>
            </a:pPr>
            <a:r>
              <a:rPr lang="en-US" sz="2550" b="1" dirty="0">
                <a:solidFill>
                  <a:srgbClr val="B0E26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confiar</a:t>
            </a:r>
            <a:pPr algn="l" indent="0" marL="0">
              <a:buNone/>
            </a:pPr>
            <a:r>
              <a:rPr lang="en-US" sz="25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¡Cumple lo que promete!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Mis deberes en casa 🏠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933700"/>
            <a:ext cx="14287500" cy="981075"/>
          </a:xfrm>
          <a:prstGeom prst="roundRect">
            <a:avLst>
              <a:gd name="adj" fmla="val 21359"/>
            </a:avLst>
          </a:prstGeom>
          <a:solidFill>
            <a:srgbClr val="3D2600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1242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🛏️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3190875"/>
            <a:ext cx="651864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Tender mi cama y ordenar mi cuarto.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4105275"/>
            <a:ext cx="14287500" cy="981075"/>
          </a:xfrm>
          <a:prstGeom prst="roundRect">
            <a:avLst>
              <a:gd name="adj" fmla="val 21359"/>
            </a:avLst>
          </a:prstGeom>
          <a:solidFill>
            <a:srgbClr val="3D2600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295775"/>
            <a:ext cx="60766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📚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998315" y="4362450"/>
            <a:ext cx="56738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Hacer mis tareas todos los días.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5276850"/>
            <a:ext cx="14287500" cy="981075"/>
          </a:xfrm>
          <a:prstGeom prst="roundRect">
            <a:avLst>
              <a:gd name="adj" fmla="val 21359"/>
            </a:avLst>
          </a:prstGeom>
          <a:solidFill>
            <a:srgbClr val="3D2600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467350"/>
            <a:ext cx="592931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🦷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983581" y="5534025"/>
            <a:ext cx="885103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Cuidar mi aseo: cepillarme los dientes y bañarme.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52500" y="6448425"/>
            <a:ext cx="14287500" cy="981075"/>
          </a:xfrm>
          <a:prstGeom prst="roundRect">
            <a:avLst>
              <a:gd name="adj" fmla="val 21359"/>
            </a:avLst>
          </a:prstGeom>
          <a:solidFill>
            <a:srgbClr val="3D2600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66389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🐕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2042368" y="6705600"/>
            <a:ext cx="8226638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Ayudar en casa y cuidar mis cosas y mascotas.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Mis deberes en el colegio 🏫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933700"/>
            <a:ext cx="14287500" cy="981075"/>
          </a:xfrm>
          <a:prstGeom prst="roundRect">
            <a:avLst>
              <a:gd name="adj" fmla="val 21359"/>
            </a:avLst>
          </a:prstGeom>
          <a:solidFill>
            <a:srgbClr val="3D2600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1242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⏰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3190875"/>
            <a:ext cx="578030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Llegar a tiempo y con mis útiles.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4105275"/>
            <a:ext cx="14287500" cy="981075"/>
          </a:xfrm>
          <a:prstGeom prst="roundRect">
            <a:avLst>
              <a:gd name="adj" fmla="val 21359"/>
            </a:avLst>
          </a:prstGeom>
          <a:solidFill>
            <a:srgbClr val="3D2600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29577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✏️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42368" y="4362450"/>
            <a:ext cx="6713458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Prestar atención y hacer mis trabajos.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5276850"/>
            <a:ext cx="14287500" cy="981075"/>
          </a:xfrm>
          <a:prstGeom prst="roundRect">
            <a:avLst>
              <a:gd name="adj" fmla="val 21359"/>
            </a:avLst>
          </a:prstGeom>
          <a:solidFill>
            <a:srgbClr val="3D2600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4673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🧹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42368" y="5534025"/>
            <a:ext cx="581730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Cuidar los materiales y mi salón.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52500" y="6448425"/>
            <a:ext cx="14287500" cy="981075"/>
          </a:xfrm>
          <a:prstGeom prst="roundRect">
            <a:avLst>
              <a:gd name="adj" fmla="val 21359"/>
            </a:avLst>
          </a:prstGeom>
          <a:solidFill>
            <a:srgbClr val="3D2600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66389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🤝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2042368" y="6705600"/>
            <a:ext cx="715318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Cumplir mis compromisos con mi grupo.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pasa cuando soy responsable?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09875"/>
            <a:ext cx="6972300" cy="1943100"/>
          </a:xfrm>
          <a:prstGeom prst="roundRect">
            <a:avLst>
              <a:gd name="adj" fmla="val 11765"/>
            </a:avLst>
          </a:prstGeom>
          <a:solidFill>
            <a:srgbClr val="25300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95625"/>
            <a:ext cx="6915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E26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 Si cumplo mis deberes...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3619500"/>
            <a:ext cx="6475095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Todos confían en mí, aprendo más y me siento orgulloso. ¡La planta crece sana! 🌱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67700" y="2809875"/>
            <a:ext cx="6972300" cy="1943100"/>
          </a:xfrm>
          <a:prstGeom prst="roundRect">
            <a:avLst>
              <a:gd name="adj" fmla="val 11765"/>
            </a:avLst>
          </a:prstGeom>
          <a:solidFill>
            <a:srgbClr val="400507"/>
          </a:solidFill>
          <a:ln/>
        </p:spPr>
      </p:sp>
      <p:sp>
        <p:nvSpPr>
          <p:cNvPr id="9" name="Text 7"/>
          <p:cNvSpPr/>
          <p:nvPr/>
        </p:nvSpPr>
        <p:spPr>
          <a:xfrm>
            <a:off x="8610600" y="3095625"/>
            <a:ext cx="6915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✗ Si no cumplo...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610600" y="3619500"/>
            <a:ext cx="6475095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Puedo tener problemas y otros se decepcionan. La planta se marchita. 🥀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933700"/>
            <a:ext cx="15125700" cy="3152775"/>
          </a:xfrm>
          <a:prstGeom prst="roundRect">
            <a:avLst>
              <a:gd name="adj" fmla="val 8459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238500"/>
            <a:ext cx="157162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Marca con ✔ las acciones responsables: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3800475"/>
            <a:ext cx="157162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a) Hago mi tarea antes de jugar. ___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4324350"/>
            <a:ext cx="157162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b) Dejo mis útiles tirados en el piso. ___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4848225"/>
            <a:ext cx="157162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c) Cuido la mascota que me encargaron. ___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5372100"/>
            <a:ext cx="157162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d) Le echo la culpa a otro de mi error. ___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6467475"/>
            <a:ext cx="15125700" cy="1047750"/>
          </a:xfrm>
          <a:prstGeom prst="roundRect">
            <a:avLst>
              <a:gd name="adj" fmla="val 25455"/>
            </a:avLst>
          </a:prstGeom>
          <a:solidFill>
            <a:srgbClr val="553D76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6772275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Escribe </a:t>
            </a:r>
            <a:pPr algn="l" indent="0" marL="0">
              <a:buNone/>
            </a:pPr>
            <a:r>
              <a:rPr lang="en-US" sz="2550" b="1" dirty="0">
                <a:solidFill>
                  <a:srgbClr val="FFCC4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compromisos</a:t>
            </a:r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: cosas que vas a cumplir con responsabilidad esta semana.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53D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14588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7F5D00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47938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00438"/>
            <a:ext cx="15697200" cy="222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41"/>
              </a:lnSpc>
              <a:buNone/>
            </a:pPr>
            <a:r>
              <a:rPr lang="en-US" sz="75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¿Por qué es importante ser responsable?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952500" y="6148388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B4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 con tus palabras.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119938"/>
            <a:ext cx="6299895" cy="75247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91388"/>
            <a:ext cx="572689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diste un gran paso para crecer!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2026-07-21T12:02:13Z</dcterms:created>
  <dcterms:modified xsi:type="dcterms:W3CDTF">2026-07-21T12:02:13Z</dcterms:modified>
</cp:coreProperties>
</file>